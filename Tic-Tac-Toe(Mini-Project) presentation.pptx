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uperDario" charset="1" panose="00000000000000000000"/>
      <p:regular r:id="rId16"/>
    </p:embeddedFont>
    <p:embeddedFont>
      <p:font typeface="VT323" charset="1" panose="00000509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51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51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56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8.png" Type="http://schemas.openxmlformats.org/officeDocument/2006/relationships/image"/><Relationship Id="rId13" Target="../media/image57.png" Type="http://schemas.openxmlformats.org/officeDocument/2006/relationships/image"/><Relationship Id="rId14" Target="../media/image58.png" Type="http://schemas.openxmlformats.org/officeDocument/2006/relationships/image"/><Relationship Id="rId15" Target="../media/image52.png" Type="http://schemas.openxmlformats.org/officeDocument/2006/relationships/image"/><Relationship Id="rId16" Target="../media/image49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59.png" Type="http://schemas.openxmlformats.org/officeDocument/2006/relationships/image"/><Relationship Id="rId12" Target="../media/image51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4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13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15" Target="../media/image69.svg" Type="http://schemas.openxmlformats.org/officeDocument/2006/relationships/image"/><Relationship Id="rId16" Target="../media/image70.png" Type="http://schemas.openxmlformats.org/officeDocument/2006/relationships/image"/><Relationship Id="rId17" Target="../media/image71.pn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1.jpeg" Type="http://schemas.openxmlformats.org/officeDocument/2006/relationships/image"/><Relationship Id="rId20" Target="../media/image72.png" Type="http://schemas.openxmlformats.org/officeDocument/2006/relationships/image"/><Relationship Id="rId21" Target="../media/image73.svg" Type="http://schemas.openxmlformats.org/officeDocument/2006/relationships/image"/><Relationship Id="rId22" Target="../media/image7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10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10565" y="273407"/>
            <a:ext cx="1693439" cy="609638"/>
          </a:xfrm>
          <a:custGeom>
            <a:avLst/>
            <a:gdLst/>
            <a:ahLst/>
            <a:cxnLst/>
            <a:rect r="r" b="b" t="t" l="l"/>
            <a:pathLst>
              <a:path h="609638" w="1693439">
                <a:moveTo>
                  <a:pt x="0" y="0"/>
                </a:moveTo>
                <a:lnTo>
                  <a:pt x="1693439" y="0"/>
                </a:lnTo>
                <a:lnTo>
                  <a:pt x="1693439" y="609638"/>
                </a:lnTo>
                <a:lnTo>
                  <a:pt x="0" y="609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829133" y="4380259"/>
            <a:ext cx="4823077" cy="3998769"/>
            <a:chOff x="0" y="0"/>
            <a:chExt cx="6430769" cy="53316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30769" cy="1777231"/>
            </a:xfrm>
            <a:custGeom>
              <a:avLst/>
              <a:gdLst/>
              <a:ahLst/>
              <a:cxnLst/>
              <a:rect r="r" b="b" t="t" l="l"/>
              <a:pathLst>
                <a:path h="1777231" w="6430769">
                  <a:moveTo>
                    <a:pt x="0" y="0"/>
                  </a:moveTo>
                  <a:lnTo>
                    <a:pt x="6430769" y="0"/>
                  </a:lnTo>
                  <a:lnTo>
                    <a:pt x="6430769" y="1777231"/>
                  </a:lnTo>
                  <a:lnTo>
                    <a:pt x="0" y="1777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777231"/>
              <a:ext cx="6430769" cy="1777231"/>
            </a:xfrm>
            <a:custGeom>
              <a:avLst/>
              <a:gdLst/>
              <a:ahLst/>
              <a:cxnLst/>
              <a:rect r="r" b="b" t="t" l="l"/>
              <a:pathLst>
                <a:path h="1777231" w="6430769">
                  <a:moveTo>
                    <a:pt x="0" y="0"/>
                  </a:moveTo>
                  <a:lnTo>
                    <a:pt x="6430769" y="0"/>
                  </a:lnTo>
                  <a:lnTo>
                    <a:pt x="6430769" y="1777231"/>
                  </a:lnTo>
                  <a:lnTo>
                    <a:pt x="0" y="1777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3554462"/>
              <a:ext cx="6430769" cy="1777231"/>
            </a:xfrm>
            <a:custGeom>
              <a:avLst/>
              <a:gdLst/>
              <a:ahLst/>
              <a:cxnLst/>
              <a:rect r="r" b="b" t="t" l="l"/>
              <a:pathLst>
                <a:path h="1777231" w="6430769">
                  <a:moveTo>
                    <a:pt x="0" y="0"/>
                  </a:moveTo>
                  <a:lnTo>
                    <a:pt x="6430769" y="0"/>
                  </a:lnTo>
                  <a:lnTo>
                    <a:pt x="6430769" y="1777230"/>
                  </a:lnTo>
                  <a:lnTo>
                    <a:pt x="0" y="1777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46282" y="1632485"/>
            <a:ext cx="9427775" cy="1188618"/>
            <a:chOff x="0" y="0"/>
            <a:chExt cx="12570366" cy="1584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86658"/>
              <a:ext cx="1112941" cy="1398167"/>
            </a:xfrm>
            <a:custGeom>
              <a:avLst/>
              <a:gdLst/>
              <a:ahLst/>
              <a:cxnLst/>
              <a:rect r="r" b="b" t="t" l="l"/>
              <a:pathLst>
                <a:path h="1398167" w="1112941">
                  <a:moveTo>
                    <a:pt x="0" y="0"/>
                  </a:moveTo>
                  <a:lnTo>
                    <a:pt x="1112941" y="0"/>
                  </a:lnTo>
                  <a:lnTo>
                    <a:pt x="1112941" y="1398166"/>
                  </a:lnTo>
                  <a:lnTo>
                    <a:pt x="0" y="139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12941" y="186658"/>
              <a:ext cx="1209880" cy="1398167"/>
            </a:xfrm>
            <a:custGeom>
              <a:avLst/>
              <a:gdLst/>
              <a:ahLst/>
              <a:cxnLst/>
              <a:rect r="r" b="b" t="t" l="l"/>
              <a:pathLst>
                <a:path h="1398167" w="1209880">
                  <a:moveTo>
                    <a:pt x="0" y="0"/>
                  </a:moveTo>
                  <a:lnTo>
                    <a:pt x="1209880" y="0"/>
                  </a:lnTo>
                  <a:lnTo>
                    <a:pt x="1209880" y="1398166"/>
                  </a:lnTo>
                  <a:lnTo>
                    <a:pt x="0" y="139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322821" y="186658"/>
              <a:ext cx="1213609" cy="1398167"/>
            </a:xfrm>
            <a:custGeom>
              <a:avLst/>
              <a:gdLst/>
              <a:ahLst/>
              <a:cxnLst/>
              <a:rect r="r" b="b" t="t" l="l"/>
              <a:pathLst>
                <a:path h="1398167" w="1213609">
                  <a:moveTo>
                    <a:pt x="0" y="0"/>
                  </a:moveTo>
                  <a:lnTo>
                    <a:pt x="1213608" y="0"/>
                  </a:lnTo>
                  <a:lnTo>
                    <a:pt x="1213608" y="1398166"/>
                  </a:lnTo>
                  <a:lnTo>
                    <a:pt x="0" y="139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470069" y="96424"/>
              <a:ext cx="1112941" cy="1398167"/>
            </a:xfrm>
            <a:custGeom>
              <a:avLst/>
              <a:gdLst/>
              <a:ahLst/>
              <a:cxnLst/>
              <a:rect r="r" b="b" t="t" l="l"/>
              <a:pathLst>
                <a:path h="1398167" w="1112941">
                  <a:moveTo>
                    <a:pt x="0" y="0"/>
                  </a:moveTo>
                  <a:lnTo>
                    <a:pt x="1112941" y="0"/>
                  </a:lnTo>
                  <a:lnTo>
                    <a:pt x="1112941" y="1398166"/>
                  </a:lnTo>
                  <a:lnTo>
                    <a:pt x="0" y="139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768399" y="96424"/>
              <a:ext cx="1213609" cy="1398167"/>
            </a:xfrm>
            <a:custGeom>
              <a:avLst/>
              <a:gdLst/>
              <a:ahLst/>
              <a:cxnLst/>
              <a:rect r="r" b="b" t="t" l="l"/>
              <a:pathLst>
                <a:path h="1398167" w="1213609">
                  <a:moveTo>
                    <a:pt x="0" y="0"/>
                  </a:moveTo>
                  <a:lnTo>
                    <a:pt x="1213608" y="0"/>
                  </a:lnTo>
                  <a:lnTo>
                    <a:pt x="1213608" y="1398166"/>
                  </a:lnTo>
                  <a:lnTo>
                    <a:pt x="0" y="139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555489" y="96424"/>
              <a:ext cx="1212910" cy="1398167"/>
            </a:xfrm>
            <a:custGeom>
              <a:avLst/>
              <a:gdLst/>
              <a:ahLst/>
              <a:cxnLst/>
              <a:rect r="r" b="b" t="t" l="l"/>
              <a:pathLst>
                <a:path h="1398167" w="1212910">
                  <a:moveTo>
                    <a:pt x="0" y="0"/>
                  </a:moveTo>
                  <a:lnTo>
                    <a:pt x="1212910" y="0"/>
                  </a:lnTo>
                  <a:lnTo>
                    <a:pt x="1212910" y="1398166"/>
                  </a:lnTo>
                  <a:lnTo>
                    <a:pt x="0" y="139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827036" y="186658"/>
              <a:ext cx="697336" cy="699083"/>
            </a:xfrm>
            <a:custGeom>
              <a:avLst/>
              <a:gdLst/>
              <a:ahLst/>
              <a:cxnLst/>
              <a:rect r="r" b="b" t="t" l="l"/>
              <a:pathLst>
                <a:path h="699083" w="697336">
                  <a:moveTo>
                    <a:pt x="0" y="0"/>
                  </a:moveTo>
                  <a:lnTo>
                    <a:pt x="697336" y="0"/>
                  </a:lnTo>
                  <a:lnTo>
                    <a:pt x="697336" y="699083"/>
                  </a:lnTo>
                  <a:lnTo>
                    <a:pt x="0" y="699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911560" y="30113"/>
              <a:ext cx="1112941" cy="1398167"/>
            </a:xfrm>
            <a:custGeom>
              <a:avLst/>
              <a:gdLst/>
              <a:ahLst/>
              <a:cxnLst/>
              <a:rect r="r" b="b" t="t" l="l"/>
              <a:pathLst>
                <a:path h="1398167" w="1112941">
                  <a:moveTo>
                    <a:pt x="0" y="0"/>
                  </a:moveTo>
                  <a:lnTo>
                    <a:pt x="1112940" y="0"/>
                  </a:lnTo>
                  <a:lnTo>
                    <a:pt x="1112940" y="1398167"/>
                  </a:lnTo>
                  <a:lnTo>
                    <a:pt x="0" y="1398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996038" y="30113"/>
              <a:ext cx="1277024" cy="1464477"/>
            </a:xfrm>
            <a:custGeom>
              <a:avLst/>
              <a:gdLst/>
              <a:ahLst/>
              <a:cxnLst/>
              <a:rect r="r" b="b" t="t" l="l"/>
              <a:pathLst>
                <a:path h="1464477" w="1277024">
                  <a:moveTo>
                    <a:pt x="0" y="0"/>
                  </a:moveTo>
                  <a:lnTo>
                    <a:pt x="1277024" y="0"/>
                  </a:lnTo>
                  <a:lnTo>
                    <a:pt x="1277024" y="1464477"/>
                  </a:lnTo>
                  <a:lnTo>
                    <a:pt x="0" y="1464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73062" y="0"/>
              <a:ext cx="1297304" cy="1494590"/>
            </a:xfrm>
            <a:custGeom>
              <a:avLst/>
              <a:gdLst/>
              <a:ahLst/>
              <a:cxnLst/>
              <a:rect r="r" b="b" t="t" l="l"/>
              <a:pathLst>
                <a:path h="1494590" w="1297304">
                  <a:moveTo>
                    <a:pt x="0" y="0"/>
                  </a:moveTo>
                  <a:lnTo>
                    <a:pt x="1297304" y="0"/>
                  </a:lnTo>
                  <a:lnTo>
                    <a:pt x="1297304" y="1494590"/>
                  </a:lnTo>
                  <a:lnTo>
                    <a:pt x="0" y="1494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5400000">
              <a:off x="3961254" y="686247"/>
              <a:ext cx="265992" cy="664981"/>
            </a:xfrm>
            <a:custGeom>
              <a:avLst/>
              <a:gdLst/>
              <a:ahLst/>
              <a:cxnLst/>
              <a:rect r="r" b="b" t="t" l="l"/>
              <a:pathLst>
                <a:path h="664981" w="265992">
                  <a:moveTo>
                    <a:pt x="0" y="0"/>
                  </a:moveTo>
                  <a:lnTo>
                    <a:pt x="265992" y="0"/>
                  </a:lnTo>
                  <a:lnTo>
                    <a:pt x="265992" y="664981"/>
                  </a:lnTo>
                  <a:lnTo>
                    <a:pt x="0" y="664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5400000">
              <a:off x="8464463" y="686247"/>
              <a:ext cx="265992" cy="664981"/>
            </a:xfrm>
            <a:custGeom>
              <a:avLst/>
              <a:gdLst/>
              <a:ahLst/>
              <a:cxnLst/>
              <a:rect r="r" b="b" t="t" l="l"/>
              <a:pathLst>
                <a:path h="664981" w="265992">
                  <a:moveTo>
                    <a:pt x="0" y="0"/>
                  </a:moveTo>
                  <a:lnTo>
                    <a:pt x="265993" y="0"/>
                  </a:lnTo>
                  <a:lnTo>
                    <a:pt x="265993" y="664981"/>
                  </a:lnTo>
                  <a:lnTo>
                    <a:pt x="0" y="664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0" y="8865358"/>
            <a:ext cx="7108209" cy="1421642"/>
            <a:chOff x="0" y="0"/>
            <a:chExt cx="9477612" cy="18955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2" y="0"/>
                  </a:lnTo>
                  <a:lnTo>
                    <a:pt x="1895522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95522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3" y="0"/>
                  </a:lnTo>
                  <a:lnTo>
                    <a:pt x="1895523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791045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2" y="0"/>
                  </a:lnTo>
                  <a:lnTo>
                    <a:pt x="1895522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686567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3" y="0"/>
                  </a:lnTo>
                  <a:lnTo>
                    <a:pt x="1895523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7582090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2" y="0"/>
                  </a:lnTo>
                  <a:lnTo>
                    <a:pt x="1895522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251892" y="947761"/>
              <a:ext cx="627868" cy="725859"/>
            </a:xfrm>
            <a:custGeom>
              <a:avLst/>
              <a:gdLst/>
              <a:ahLst/>
              <a:cxnLst/>
              <a:rect r="r" b="b" t="t" l="l"/>
              <a:pathLst>
                <a:path h="725859" w="627868">
                  <a:moveTo>
                    <a:pt x="0" y="0"/>
                  </a:moveTo>
                  <a:lnTo>
                    <a:pt x="627868" y="0"/>
                  </a:lnTo>
                  <a:lnTo>
                    <a:pt x="627868" y="725859"/>
                  </a:lnTo>
                  <a:lnTo>
                    <a:pt x="0" y="725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868648" y="960608"/>
              <a:ext cx="618538" cy="713012"/>
            </a:xfrm>
            <a:custGeom>
              <a:avLst/>
              <a:gdLst/>
              <a:ahLst/>
              <a:cxnLst/>
              <a:rect r="r" b="b" t="t" l="l"/>
              <a:pathLst>
                <a:path h="713012" w="618538">
                  <a:moveTo>
                    <a:pt x="0" y="0"/>
                  </a:moveTo>
                  <a:lnTo>
                    <a:pt x="618538" y="0"/>
                  </a:lnTo>
                  <a:lnTo>
                    <a:pt x="618538" y="713012"/>
                  </a:lnTo>
                  <a:lnTo>
                    <a:pt x="0" y="71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487186" y="960608"/>
              <a:ext cx="621212" cy="713012"/>
            </a:xfrm>
            <a:custGeom>
              <a:avLst/>
              <a:gdLst/>
              <a:ahLst/>
              <a:cxnLst/>
              <a:rect r="r" b="b" t="t" l="l"/>
              <a:pathLst>
                <a:path h="713012" w="621212">
                  <a:moveTo>
                    <a:pt x="0" y="0"/>
                  </a:moveTo>
                  <a:lnTo>
                    <a:pt x="621212" y="0"/>
                  </a:lnTo>
                  <a:lnTo>
                    <a:pt x="621212" y="713012"/>
                  </a:lnTo>
                  <a:lnTo>
                    <a:pt x="0" y="71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065366" y="960608"/>
              <a:ext cx="621212" cy="713012"/>
            </a:xfrm>
            <a:custGeom>
              <a:avLst/>
              <a:gdLst/>
              <a:ahLst/>
              <a:cxnLst/>
              <a:rect r="r" b="b" t="t" l="l"/>
              <a:pathLst>
                <a:path h="713012" w="621212">
                  <a:moveTo>
                    <a:pt x="0" y="0"/>
                  </a:moveTo>
                  <a:lnTo>
                    <a:pt x="621212" y="0"/>
                  </a:lnTo>
                  <a:lnTo>
                    <a:pt x="621212" y="713012"/>
                  </a:lnTo>
                  <a:lnTo>
                    <a:pt x="0" y="71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686578" y="962629"/>
              <a:ext cx="616784" cy="710990"/>
            </a:xfrm>
            <a:custGeom>
              <a:avLst/>
              <a:gdLst/>
              <a:ahLst/>
              <a:cxnLst/>
              <a:rect r="r" b="b" t="t" l="l"/>
              <a:pathLst>
                <a:path h="710990" w="616784">
                  <a:moveTo>
                    <a:pt x="0" y="0"/>
                  </a:moveTo>
                  <a:lnTo>
                    <a:pt x="616784" y="0"/>
                  </a:lnTo>
                  <a:lnTo>
                    <a:pt x="616784" y="710991"/>
                  </a:lnTo>
                  <a:lnTo>
                    <a:pt x="0" y="710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264758" y="962629"/>
              <a:ext cx="618538" cy="713012"/>
            </a:xfrm>
            <a:custGeom>
              <a:avLst/>
              <a:gdLst/>
              <a:ahLst/>
              <a:cxnLst/>
              <a:rect r="r" b="b" t="t" l="l"/>
              <a:pathLst>
                <a:path h="713012" w="618538">
                  <a:moveTo>
                    <a:pt x="0" y="0"/>
                  </a:moveTo>
                  <a:lnTo>
                    <a:pt x="618538" y="0"/>
                  </a:lnTo>
                  <a:lnTo>
                    <a:pt x="618538" y="713013"/>
                  </a:lnTo>
                  <a:lnTo>
                    <a:pt x="0" y="713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862513" y="960608"/>
              <a:ext cx="566845" cy="713012"/>
            </a:xfrm>
            <a:custGeom>
              <a:avLst/>
              <a:gdLst/>
              <a:ahLst/>
              <a:cxnLst/>
              <a:rect r="r" b="b" t="t" l="l"/>
              <a:pathLst>
                <a:path h="713012" w="566845">
                  <a:moveTo>
                    <a:pt x="0" y="0"/>
                  </a:moveTo>
                  <a:lnTo>
                    <a:pt x="566845" y="0"/>
                  </a:lnTo>
                  <a:lnTo>
                    <a:pt x="566845" y="713012"/>
                  </a:lnTo>
                  <a:lnTo>
                    <a:pt x="0" y="71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7442863" y="947761"/>
              <a:ext cx="727881" cy="727881"/>
            </a:xfrm>
            <a:custGeom>
              <a:avLst/>
              <a:gdLst/>
              <a:ahLst/>
              <a:cxnLst/>
              <a:rect r="r" b="b" t="t" l="l"/>
              <a:pathLst>
                <a:path h="727881" w="727881">
                  <a:moveTo>
                    <a:pt x="0" y="0"/>
                  </a:moveTo>
                  <a:lnTo>
                    <a:pt x="727880" y="0"/>
                  </a:lnTo>
                  <a:lnTo>
                    <a:pt x="727880" y="727881"/>
                  </a:lnTo>
                  <a:lnTo>
                    <a:pt x="0" y="727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28373" y="945739"/>
              <a:ext cx="726061" cy="727881"/>
            </a:xfrm>
            <a:custGeom>
              <a:avLst/>
              <a:gdLst/>
              <a:ahLst/>
              <a:cxnLst/>
              <a:rect r="r" b="b" t="t" l="l"/>
              <a:pathLst>
                <a:path h="727881" w="726061">
                  <a:moveTo>
                    <a:pt x="0" y="0"/>
                  </a:moveTo>
                  <a:lnTo>
                    <a:pt x="726060" y="0"/>
                  </a:lnTo>
                  <a:lnTo>
                    <a:pt x="726060" y="727881"/>
                  </a:lnTo>
                  <a:lnTo>
                    <a:pt x="0" y="727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954433" y="945739"/>
              <a:ext cx="629617" cy="727881"/>
            </a:xfrm>
            <a:custGeom>
              <a:avLst/>
              <a:gdLst/>
              <a:ahLst/>
              <a:cxnLst/>
              <a:rect r="r" b="b" t="t" l="l"/>
              <a:pathLst>
                <a:path h="727881" w="629617">
                  <a:moveTo>
                    <a:pt x="0" y="0"/>
                  </a:moveTo>
                  <a:lnTo>
                    <a:pt x="629617" y="0"/>
                  </a:lnTo>
                  <a:lnTo>
                    <a:pt x="629617" y="727881"/>
                  </a:lnTo>
                  <a:lnTo>
                    <a:pt x="0" y="727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584050" y="945739"/>
              <a:ext cx="629617" cy="727881"/>
            </a:xfrm>
            <a:custGeom>
              <a:avLst/>
              <a:gdLst/>
              <a:ahLst/>
              <a:cxnLst/>
              <a:rect r="r" b="b" t="t" l="l"/>
              <a:pathLst>
                <a:path h="727881" w="629617">
                  <a:moveTo>
                    <a:pt x="0" y="0"/>
                  </a:moveTo>
                  <a:lnTo>
                    <a:pt x="629617" y="0"/>
                  </a:lnTo>
                  <a:lnTo>
                    <a:pt x="629617" y="727881"/>
                  </a:lnTo>
                  <a:lnTo>
                    <a:pt x="0" y="727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213667" y="945739"/>
              <a:ext cx="629617" cy="727881"/>
            </a:xfrm>
            <a:custGeom>
              <a:avLst/>
              <a:gdLst/>
              <a:ahLst/>
              <a:cxnLst/>
              <a:rect r="r" b="b" t="t" l="l"/>
              <a:pathLst>
                <a:path h="727881" w="629617">
                  <a:moveTo>
                    <a:pt x="0" y="0"/>
                  </a:moveTo>
                  <a:lnTo>
                    <a:pt x="629617" y="0"/>
                  </a:lnTo>
                  <a:lnTo>
                    <a:pt x="629617" y="727881"/>
                  </a:lnTo>
                  <a:lnTo>
                    <a:pt x="0" y="727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373134" y="8865358"/>
            <a:ext cx="7105792" cy="1421642"/>
            <a:chOff x="0" y="0"/>
            <a:chExt cx="9474390" cy="18955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2" y="0"/>
                  </a:lnTo>
                  <a:lnTo>
                    <a:pt x="1895522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895522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3" y="0"/>
                  </a:lnTo>
                  <a:lnTo>
                    <a:pt x="1895523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787822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3" y="0"/>
                  </a:lnTo>
                  <a:lnTo>
                    <a:pt x="1895523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683345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2" y="0"/>
                  </a:lnTo>
                  <a:lnTo>
                    <a:pt x="1895522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7578867" y="0"/>
              <a:ext cx="1895522" cy="1895522"/>
            </a:xfrm>
            <a:custGeom>
              <a:avLst/>
              <a:gdLst/>
              <a:ahLst/>
              <a:cxnLst/>
              <a:rect r="r" b="b" t="t" l="l"/>
              <a:pathLst>
                <a:path h="1895522" w="1895522">
                  <a:moveTo>
                    <a:pt x="0" y="0"/>
                  </a:moveTo>
                  <a:lnTo>
                    <a:pt x="1895523" y="0"/>
                  </a:lnTo>
                  <a:lnTo>
                    <a:pt x="1895523" y="1895522"/>
                  </a:lnTo>
                  <a:lnTo>
                    <a:pt x="0" y="189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986552" y="1310691"/>
              <a:ext cx="254346" cy="356351"/>
            </a:xfrm>
            <a:custGeom>
              <a:avLst/>
              <a:gdLst/>
              <a:ahLst/>
              <a:cxnLst/>
              <a:rect r="r" b="b" t="t" l="l"/>
              <a:pathLst>
                <a:path h="356351" w="254346">
                  <a:moveTo>
                    <a:pt x="0" y="0"/>
                  </a:moveTo>
                  <a:lnTo>
                    <a:pt x="254346" y="0"/>
                  </a:lnTo>
                  <a:lnTo>
                    <a:pt x="254346" y="356351"/>
                  </a:lnTo>
                  <a:lnTo>
                    <a:pt x="0" y="356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691136" y="963715"/>
              <a:ext cx="594065" cy="686781"/>
            </a:xfrm>
            <a:custGeom>
              <a:avLst/>
              <a:gdLst/>
              <a:ahLst/>
              <a:cxnLst/>
              <a:rect r="r" b="b" t="t" l="l"/>
              <a:pathLst>
                <a:path h="686781" w="594065">
                  <a:moveTo>
                    <a:pt x="0" y="0"/>
                  </a:moveTo>
                  <a:lnTo>
                    <a:pt x="594065" y="0"/>
                  </a:lnTo>
                  <a:lnTo>
                    <a:pt x="594065" y="686781"/>
                  </a:lnTo>
                  <a:lnTo>
                    <a:pt x="0" y="686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4101158" y="963715"/>
              <a:ext cx="607491" cy="700278"/>
            </a:xfrm>
            <a:custGeom>
              <a:avLst/>
              <a:gdLst/>
              <a:ahLst/>
              <a:cxnLst/>
              <a:rect r="r" b="b" t="t" l="l"/>
              <a:pathLst>
                <a:path h="700278" w="607491">
                  <a:moveTo>
                    <a:pt x="0" y="0"/>
                  </a:moveTo>
                  <a:lnTo>
                    <a:pt x="607492" y="0"/>
                  </a:lnTo>
                  <a:lnTo>
                    <a:pt x="607492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5285201" y="957373"/>
              <a:ext cx="599551" cy="693123"/>
            </a:xfrm>
            <a:custGeom>
              <a:avLst/>
              <a:gdLst/>
              <a:ahLst/>
              <a:cxnLst/>
              <a:rect r="r" b="b" t="t" l="l"/>
              <a:pathLst>
                <a:path h="693123" w="599551">
                  <a:moveTo>
                    <a:pt x="0" y="0"/>
                  </a:moveTo>
                  <a:lnTo>
                    <a:pt x="599551" y="0"/>
                  </a:lnTo>
                  <a:lnTo>
                    <a:pt x="599551" y="693123"/>
                  </a:lnTo>
                  <a:lnTo>
                    <a:pt x="0" y="693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480534" y="963715"/>
              <a:ext cx="594065" cy="686781"/>
            </a:xfrm>
            <a:custGeom>
              <a:avLst/>
              <a:gdLst/>
              <a:ahLst/>
              <a:cxnLst/>
              <a:rect r="r" b="b" t="t" l="l"/>
              <a:pathLst>
                <a:path h="686781" w="594065">
                  <a:moveTo>
                    <a:pt x="0" y="0"/>
                  </a:moveTo>
                  <a:lnTo>
                    <a:pt x="594066" y="0"/>
                  </a:lnTo>
                  <a:lnTo>
                    <a:pt x="594066" y="686781"/>
                  </a:lnTo>
                  <a:lnTo>
                    <a:pt x="0" y="686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7690416" y="947761"/>
              <a:ext cx="619541" cy="716232"/>
            </a:xfrm>
            <a:custGeom>
              <a:avLst/>
              <a:gdLst/>
              <a:ahLst/>
              <a:cxnLst/>
              <a:rect r="r" b="b" t="t" l="l"/>
              <a:pathLst>
                <a:path h="716232" w="619541">
                  <a:moveTo>
                    <a:pt x="0" y="0"/>
                  </a:moveTo>
                  <a:lnTo>
                    <a:pt x="619541" y="0"/>
                  </a:lnTo>
                  <a:lnTo>
                    <a:pt x="619541" y="716232"/>
                  </a:lnTo>
                  <a:lnTo>
                    <a:pt x="0" y="71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512501" y="963715"/>
              <a:ext cx="615817" cy="711927"/>
            </a:xfrm>
            <a:custGeom>
              <a:avLst/>
              <a:gdLst/>
              <a:ahLst/>
              <a:cxnLst/>
              <a:rect r="r" b="b" t="t" l="l"/>
              <a:pathLst>
                <a:path h="711927" w="615817">
                  <a:moveTo>
                    <a:pt x="0" y="0"/>
                  </a:moveTo>
                  <a:lnTo>
                    <a:pt x="615817" y="0"/>
                  </a:lnTo>
                  <a:lnTo>
                    <a:pt x="615817" y="711927"/>
                  </a:lnTo>
                  <a:lnTo>
                    <a:pt x="0" y="711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5884752" y="963715"/>
              <a:ext cx="595782" cy="686781"/>
            </a:xfrm>
            <a:custGeom>
              <a:avLst/>
              <a:gdLst/>
              <a:ahLst/>
              <a:cxnLst/>
              <a:rect r="r" b="b" t="t" l="l"/>
              <a:pathLst>
                <a:path h="686781" w="595782">
                  <a:moveTo>
                    <a:pt x="0" y="0"/>
                  </a:moveTo>
                  <a:lnTo>
                    <a:pt x="595782" y="0"/>
                  </a:lnTo>
                  <a:lnTo>
                    <a:pt x="595782" y="686781"/>
                  </a:lnTo>
                  <a:lnTo>
                    <a:pt x="0" y="686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7074600" y="963715"/>
              <a:ext cx="615817" cy="711927"/>
            </a:xfrm>
            <a:custGeom>
              <a:avLst/>
              <a:gdLst/>
              <a:ahLst/>
              <a:cxnLst/>
              <a:rect r="r" b="b" t="t" l="l"/>
              <a:pathLst>
                <a:path h="711927" w="615817">
                  <a:moveTo>
                    <a:pt x="0" y="0"/>
                  </a:moveTo>
                  <a:lnTo>
                    <a:pt x="615816" y="0"/>
                  </a:lnTo>
                  <a:lnTo>
                    <a:pt x="615816" y="711927"/>
                  </a:lnTo>
                  <a:lnTo>
                    <a:pt x="0" y="711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8294076" y="963715"/>
              <a:ext cx="609258" cy="702315"/>
            </a:xfrm>
            <a:custGeom>
              <a:avLst/>
              <a:gdLst/>
              <a:ahLst/>
              <a:cxnLst/>
              <a:rect r="r" b="b" t="t" l="l"/>
              <a:pathLst>
                <a:path h="702315" w="609258">
                  <a:moveTo>
                    <a:pt x="0" y="0"/>
                  </a:moveTo>
                  <a:lnTo>
                    <a:pt x="609258" y="0"/>
                  </a:lnTo>
                  <a:lnTo>
                    <a:pt x="609258" y="702315"/>
                  </a:lnTo>
                  <a:lnTo>
                    <a:pt x="0" y="702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355198" y="960608"/>
              <a:ext cx="629617" cy="727881"/>
            </a:xfrm>
            <a:custGeom>
              <a:avLst/>
              <a:gdLst/>
              <a:ahLst/>
              <a:cxnLst/>
              <a:rect r="r" b="b" t="t" l="l"/>
              <a:pathLst>
                <a:path h="727881" w="629617">
                  <a:moveTo>
                    <a:pt x="0" y="0"/>
                  </a:moveTo>
                  <a:lnTo>
                    <a:pt x="629616" y="0"/>
                  </a:lnTo>
                  <a:lnTo>
                    <a:pt x="629616" y="727880"/>
                  </a:lnTo>
                  <a:lnTo>
                    <a:pt x="0" y="72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257888" y="963715"/>
              <a:ext cx="607491" cy="700278"/>
            </a:xfrm>
            <a:custGeom>
              <a:avLst/>
              <a:gdLst/>
              <a:ahLst/>
              <a:cxnLst/>
              <a:rect r="r" b="b" t="t" l="l"/>
              <a:pathLst>
                <a:path h="700278" w="607491">
                  <a:moveTo>
                    <a:pt x="0" y="0"/>
                  </a:moveTo>
                  <a:lnTo>
                    <a:pt x="607491" y="0"/>
                  </a:lnTo>
                  <a:lnTo>
                    <a:pt x="607491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399089" y="998644"/>
              <a:ext cx="325089" cy="325904"/>
            </a:xfrm>
            <a:custGeom>
              <a:avLst/>
              <a:gdLst/>
              <a:ahLst/>
              <a:cxnLst/>
              <a:rect r="r" b="b" t="t" l="l"/>
              <a:pathLst>
                <a:path h="325904" w="325089">
                  <a:moveTo>
                    <a:pt x="0" y="0"/>
                  </a:moveTo>
                  <a:lnTo>
                    <a:pt x="325089" y="0"/>
                  </a:lnTo>
                  <a:lnTo>
                    <a:pt x="325089" y="325904"/>
                  </a:lnTo>
                  <a:lnTo>
                    <a:pt x="0" y="325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7069214" y="4433108"/>
            <a:ext cx="4303921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MAY SHIN THANT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108209" y="5736389"/>
            <a:ext cx="4303921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23029352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108209" y="7112547"/>
            <a:ext cx="4303921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START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74115" y="1810003"/>
            <a:ext cx="2752739" cy="101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07"/>
              </a:lnSpc>
              <a:spcBef>
                <a:spcPct val="0"/>
              </a:spcBef>
            </a:pPr>
            <a:r>
              <a:rPr lang="en-US" sz="529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AI-POWERED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097882" y="1810003"/>
            <a:ext cx="1733175" cy="101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07"/>
              </a:lnSpc>
              <a:spcBef>
                <a:spcPct val="0"/>
              </a:spcBef>
            </a:pPr>
            <a:r>
              <a:rPr lang="en-US" sz="529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GAME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916816" y="4489442"/>
            <a:ext cx="1733175" cy="101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07"/>
              </a:lnSpc>
              <a:spcBef>
                <a:spcPct val="0"/>
              </a:spcBef>
            </a:pPr>
            <a:r>
              <a:rPr lang="en-US" sz="529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NAME -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916816" y="5769319"/>
            <a:ext cx="1733175" cy="101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07"/>
              </a:lnSpc>
              <a:spcBef>
                <a:spcPct val="0"/>
              </a:spcBef>
            </a:pPr>
            <a:r>
              <a:rPr lang="en-US" sz="529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SRN   -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336015" y="529039"/>
            <a:ext cx="3615970" cy="999323"/>
            <a:chOff x="0" y="0"/>
            <a:chExt cx="4821294" cy="13324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1294" cy="1332430"/>
            </a:xfrm>
            <a:custGeom>
              <a:avLst/>
              <a:gdLst/>
              <a:ahLst/>
              <a:cxnLst/>
              <a:rect r="r" b="b" t="t" l="l"/>
              <a:pathLst>
                <a:path h="1332430" w="4821294">
                  <a:moveTo>
                    <a:pt x="0" y="0"/>
                  </a:moveTo>
                  <a:lnTo>
                    <a:pt x="4821294" y="0"/>
                  </a:lnTo>
                  <a:lnTo>
                    <a:pt x="4821294" y="1332430"/>
                  </a:lnTo>
                  <a:lnTo>
                    <a:pt x="0" y="133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64010" y="-76040"/>
              <a:ext cx="3942159" cy="1274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07"/>
                </a:lnSpc>
                <a:spcBef>
                  <a:spcPct val="0"/>
                </a:spcBef>
              </a:pPr>
              <a:r>
                <a:rPr lang="en-US" sz="5291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Introduction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03370" y="1528361"/>
            <a:ext cx="2788190" cy="790689"/>
          </a:xfrm>
          <a:custGeom>
            <a:avLst/>
            <a:gdLst/>
            <a:ahLst/>
            <a:cxnLst/>
            <a:rect r="r" b="b" t="t" l="l"/>
            <a:pathLst>
              <a:path h="790689" w="2788190">
                <a:moveTo>
                  <a:pt x="0" y="0"/>
                </a:moveTo>
                <a:lnTo>
                  <a:pt x="2788190" y="0"/>
                </a:lnTo>
                <a:lnTo>
                  <a:pt x="2788190" y="790689"/>
                </a:lnTo>
                <a:lnTo>
                  <a:pt x="0" y="790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306" t="0" r="-1306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-20109" y="3729080"/>
            <a:ext cx="6035147" cy="3215087"/>
          </a:xfrm>
          <a:custGeom>
            <a:avLst/>
            <a:gdLst/>
            <a:ahLst/>
            <a:cxnLst/>
            <a:rect r="r" b="b" t="t" l="l"/>
            <a:pathLst>
              <a:path h="3215087" w="6035147">
                <a:moveTo>
                  <a:pt x="0" y="0"/>
                </a:moveTo>
                <a:lnTo>
                  <a:pt x="6035147" y="0"/>
                </a:lnTo>
                <a:lnTo>
                  <a:pt x="6035147" y="3215088"/>
                </a:lnTo>
                <a:lnTo>
                  <a:pt x="0" y="3215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241548" y="1528361"/>
            <a:ext cx="2788190" cy="790689"/>
          </a:xfrm>
          <a:custGeom>
            <a:avLst/>
            <a:gdLst/>
            <a:ahLst/>
            <a:cxnLst/>
            <a:rect r="r" b="b" t="t" l="l"/>
            <a:pathLst>
              <a:path h="790689" w="2788190">
                <a:moveTo>
                  <a:pt x="0" y="0"/>
                </a:moveTo>
                <a:lnTo>
                  <a:pt x="2788190" y="0"/>
                </a:lnTo>
                <a:lnTo>
                  <a:pt x="2788190" y="790689"/>
                </a:lnTo>
                <a:lnTo>
                  <a:pt x="0" y="790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306" t="0" r="-1306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12634183" y="3729080"/>
            <a:ext cx="6035147" cy="3215087"/>
          </a:xfrm>
          <a:custGeom>
            <a:avLst/>
            <a:gdLst/>
            <a:ahLst/>
            <a:cxnLst/>
            <a:rect r="r" b="b" t="t" l="l"/>
            <a:pathLst>
              <a:path h="3215087" w="6035147">
                <a:moveTo>
                  <a:pt x="0" y="0"/>
                </a:moveTo>
                <a:lnTo>
                  <a:pt x="6035147" y="0"/>
                </a:lnTo>
                <a:lnTo>
                  <a:pt x="6035147" y="3215088"/>
                </a:lnTo>
                <a:lnTo>
                  <a:pt x="0" y="3215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52592" y="1605571"/>
            <a:ext cx="713480" cy="713480"/>
          </a:xfrm>
          <a:custGeom>
            <a:avLst/>
            <a:gdLst/>
            <a:ahLst/>
            <a:cxnLst/>
            <a:rect r="r" b="b" t="t" l="l"/>
            <a:pathLst>
              <a:path h="713480" w="713480">
                <a:moveTo>
                  <a:pt x="0" y="0"/>
                </a:moveTo>
                <a:lnTo>
                  <a:pt x="713479" y="0"/>
                </a:lnTo>
                <a:lnTo>
                  <a:pt x="713479" y="713479"/>
                </a:lnTo>
                <a:lnTo>
                  <a:pt x="0" y="7134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153583" y="1571692"/>
            <a:ext cx="704029" cy="704029"/>
            <a:chOff x="0" y="0"/>
            <a:chExt cx="938705" cy="9387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8705" cy="938705"/>
            </a:xfrm>
            <a:custGeom>
              <a:avLst/>
              <a:gdLst/>
              <a:ahLst/>
              <a:cxnLst/>
              <a:rect r="r" b="b" t="t" l="l"/>
              <a:pathLst>
                <a:path h="938705" w="938705">
                  <a:moveTo>
                    <a:pt x="0" y="0"/>
                  </a:moveTo>
                  <a:lnTo>
                    <a:pt x="938705" y="0"/>
                  </a:lnTo>
                  <a:lnTo>
                    <a:pt x="938705" y="938705"/>
                  </a:lnTo>
                  <a:lnTo>
                    <a:pt x="0" y="93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0539" y="119811"/>
              <a:ext cx="697627" cy="699083"/>
            </a:xfrm>
            <a:custGeom>
              <a:avLst/>
              <a:gdLst/>
              <a:ahLst/>
              <a:cxnLst/>
              <a:rect r="r" b="b" t="t" l="l"/>
              <a:pathLst>
                <a:path h="699083" w="697627">
                  <a:moveTo>
                    <a:pt x="0" y="0"/>
                  </a:moveTo>
                  <a:lnTo>
                    <a:pt x="697627" y="0"/>
                  </a:lnTo>
                  <a:lnTo>
                    <a:pt x="697627" y="699083"/>
                  </a:lnTo>
                  <a:lnTo>
                    <a:pt x="0" y="699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60032" y="2241841"/>
            <a:ext cx="4761280" cy="4761280"/>
            <a:chOff x="0" y="0"/>
            <a:chExt cx="6348373" cy="63483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48373" cy="6348373"/>
            </a:xfrm>
            <a:custGeom>
              <a:avLst/>
              <a:gdLst/>
              <a:ahLst/>
              <a:cxnLst/>
              <a:rect r="r" b="b" t="t" l="l"/>
              <a:pathLst>
                <a:path h="6348373" w="6348373">
                  <a:moveTo>
                    <a:pt x="0" y="0"/>
                  </a:moveTo>
                  <a:lnTo>
                    <a:pt x="6348373" y="0"/>
                  </a:lnTo>
                  <a:lnTo>
                    <a:pt x="6348373" y="6348373"/>
                  </a:lnTo>
                  <a:lnTo>
                    <a:pt x="0" y="6348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512314" y="2436569"/>
              <a:ext cx="1323745" cy="1432309"/>
            </a:xfrm>
            <a:custGeom>
              <a:avLst/>
              <a:gdLst/>
              <a:ahLst/>
              <a:cxnLst/>
              <a:rect r="r" b="b" t="t" l="l"/>
              <a:pathLst>
                <a:path h="1432309" w="1323745">
                  <a:moveTo>
                    <a:pt x="0" y="0"/>
                  </a:moveTo>
                  <a:lnTo>
                    <a:pt x="1323745" y="0"/>
                  </a:lnTo>
                  <a:lnTo>
                    <a:pt x="1323745" y="1432310"/>
                  </a:lnTo>
                  <a:lnTo>
                    <a:pt x="0" y="143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100945" b="-99999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532095" y="4457717"/>
              <a:ext cx="1333019" cy="1432309"/>
            </a:xfrm>
            <a:custGeom>
              <a:avLst/>
              <a:gdLst/>
              <a:ahLst/>
              <a:cxnLst/>
              <a:rect r="r" b="b" t="t" l="l"/>
              <a:pathLst>
                <a:path h="1432309" w="1333019">
                  <a:moveTo>
                    <a:pt x="0" y="0"/>
                  </a:moveTo>
                  <a:lnTo>
                    <a:pt x="1333019" y="0"/>
                  </a:lnTo>
                  <a:lnTo>
                    <a:pt x="1333019" y="1432310"/>
                  </a:lnTo>
                  <a:lnTo>
                    <a:pt x="0" y="143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99547" t="0" r="0" b="-99999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16497" y="316497"/>
              <a:ext cx="5715379" cy="5715379"/>
            </a:xfrm>
            <a:custGeom>
              <a:avLst/>
              <a:gdLst/>
              <a:ahLst/>
              <a:cxnLst/>
              <a:rect r="r" b="b" t="t" l="l"/>
              <a:pathLst>
                <a:path h="5715379" w="5715379">
                  <a:moveTo>
                    <a:pt x="0" y="0"/>
                  </a:moveTo>
                  <a:lnTo>
                    <a:pt x="5715379" y="0"/>
                  </a:lnTo>
                  <a:lnTo>
                    <a:pt x="5715379" y="5715379"/>
                  </a:lnTo>
                  <a:lnTo>
                    <a:pt x="0" y="5715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300930" y="2407369"/>
            <a:ext cx="2783124" cy="577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A Tic-Tac-Toe game where the player competes against an AI opponent of varying difficulty.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57575" y="1443646"/>
            <a:ext cx="227978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OBJECTIVE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6639" y="2407369"/>
            <a:ext cx="2701652" cy="577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Evaluate and compare AI methods in a two-player game involving strategy and chance.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87231" y="1443646"/>
            <a:ext cx="289682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Game Concept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860032" y="7124618"/>
            <a:ext cx="4761280" cy="1055536"/>
            <a:chOff x="0" y="0"/>
            <a:chExt cx="6348373" cy="14073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962817" y="0"/>
              <a:ext cx="1385556" cy="1385556"/>
            </a:xfrm>
            <a:custGeom>
              <a:avLst/>
              <a:gdLst/>
              <a:ahLst/>
              <a:cxnLst/>
              <a:rect r="r" b="b" t="t" l="l"/>
              <a:pathLst>
                <a:path h="1385556" w="1385556">
                  <a:moveTo>
                    <a:pt x="0" y="0"/>
                  </a:moveTo>
                  <a:lnTo>
                    <a:pt x="1385556" y="0"/>
                  </a:lnTo>
                  <a:lnTo>
                    <a:pt x="1385556" y="1385556"/>
                  </a:lnTo>
                  <a:lnTo>
                    <a:pt x="0" y="13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62817" cy="1407381"/>
            </a:xfrm>
            <a:custGeom>
              <a:avLst/>
              <a:gdLst/>
              <a:ahLst/>
              <a:cxnLst/>
              <a:rect r="r" b="b" t="t" l="l"/>
              <a:pathLst>
                <a:path h="1407381" w="4962817">
                  <a:moveTo>
                    <a:pt x="0" y="0"/>
                  </a:moveTo>
                  <a:lnTo>
                    <a:pt x="4962817" y="0"/>
                  </a:lnTo>
                  <a:lnTo>
                    <a:pt x="4962817" y="1407381"/>
                  </a:lnTo>
                  <a:lnTo>
                    <a:pt x="0" y="1407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306" t="0" r="-1306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389961" y="7056438"/>
            <a:ext cx="2279780" cy="99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against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0662313" y="7223502"/>
            <a:ext cx="857768" cy="857768"/>
          </a:xfrm>
          <a:custGeom>
            <a:avLst/>
            <a:gdLst/>
            <a:ahLst/>
            <a:cxnLst/>
            <a:rect r="r" b="b" t="t" l="l"/>
            <a:pathLst>
              <a:path h="857768" w="857768">
                <a:moveTo>
                  <a:pt x="0" y="0"/>
                </a:moveTo>
                <a:lnTo>
                  <a:pt x="857769" y="0"/>
                </a:lnTo>
                <a:lnTo>
                  <a:pt x="857769" y="857768"/>
                </a:lnTo>
                <a:lnTo>
                  <a:pt x="0" y="85776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471551" y="302384"/>
            <a:ext cx="3615970" cy="1015833"/>
            <a:chOff x="0" y="0"/>
            <a:chExt cx="4821294" cy="1354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1294" cy="1354444"/>
            </a:xfrm>
            <a:custGeom>
              <a:avLst/>
              <a:gdLst/>
              <a:ahLst/>
              <a:cxnLst/>
              <a:rect r="r" b="b" t="t" l="l"/>
              <a:pathLst>
                <a:path h="1354444" w="4821294">
                  <a:moveTo>
                    <a:pt x="0" y="0"/>
                  </a:moveTo>
                  <a:lnTo>
                    <a:pt x="4821294" y="0"/>
                  </a:lnTo>
                  <a:lnTo>
                    <a:pt x="4821294" y="1354444"/>
                  </a:lnTo>
                  <a:lnTo>
                    <a:pt x="0" y="1354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26" t="0" r="-82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64010" y="-76040"/>
              <a:ext cx="3942159" cy="1296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47"/>
                </a:lnSpc>
                <a:spcBef>
                  <a:spcPct val="0"/>
                </a:spcBef>
              </a:pPr>
              <a:r>
                <a:rPr lang="en-US" sz="5391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WIREFRAME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639194" y="302384"/>
            <a:ext cx="7748771" cy="7980847"/>
          </a:xfrm>
          <a:custGeom>
            <a:avLst/>
            <a:gdLst/>
            <a:ahLst/>
            <a:cxnLst/>
            <a:rect r="r" b="b" t="t" l="l"/>
            <a:pathLst>
              <a:path h="7980847" w="7748771">
                <a:moveTo>
                  <a:pt x="0" y="0"/>
                </a:moveTo>
                <a:lnTo>
                  <a:pt x="7748771" y="0"/>
                </a:lnTo>
                <a:lnTo>
                  <a:pt x="7748771" y="7980847"/>
                </a:lnTo>
                <a:lnTo>
                  <a:pt x="0" y="7980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417767" y="2559693"/>
            <a:ext cx="5723538" cy="5723538"/>
          </a:xfrm>
          <a:custGeom>
            <a:avLst/>
            <a:gdLst/>
            <a:ahLst/>
            <a:cxnLst/>
            <a:rect r="r" b="b" t="t" l="l"/>
            <a:pathLst>
              <a:path h="5723538" w="5723538">
                <a:moveTo>
                  <a:pt x="0" y="0"/>
                </a:moveTo>
                <a:lnTo>
                  <a:pt x="5723538" y="0"/>
                </a:lnTo>
                <a:lnTo>
                  <a:pt x="5723538" y="5723538"/>
                </a:lnTo>
                <a:lnTo>
                  <a:pt x="0" y="57235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812818" y="4678202"/>
            <a:ext cx="4933436" cy="3196840"/>
            <a:chOff x="0" y="0"/>
            <a:chExt cx="6577914" cy="42624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109" y="0"/>
              <a:ext cx="6566805" cy="1420818"/>
            </a:xfrm>
            <a:custGeom>
              <a:avLst/>
              <a:gdLst/>
              <a:ahLst/>
              <a:cxnLst/>
              <a:rect r="r" b="b" t="t" l="l"/>
              <a:pathLst>
                <a:path h="1420818" w="6566805">
                  <a:moveTo>
                    <a:pt x="0" y="0"/>
                  </a:moveTo>
                  <a:lnTo>
                    <a:pt x="6566805" y="0"/>
                  </a:lnTo>
                  <a:lnTo>
                    <a:pt x="6566805" y="1420818"/>
                  </a:lnTo>
                  <a:lnTo>
                    <a:pt x="0" y="1420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273996" y="-9711"/>
              <a:ext cx="6018814" cy="1180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16"/>
                </a:lnSpc>
                <a:spcBef>
                  <a:spcPct val="0"/>
                </a:spcBef>
              </a:pPr>
              <a:r>
                <a:rPr lang="en-US" sz="4868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the Tic-Tac-Toe grid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420818"/>
              <a:ext cx="6566805" cy="1420818"/>
            </a:xfrm>
            <a:custGeom>
              <a:avLst/>
              <a:gdLst/>
              <a:ahLst/>
              <a:cxnLst/>
              <a:rect r="r" b="b" t="t" l="l"/>
              <a:pathLst>
                <a:path h="1420818" w="6566805">
                  <a:moveTo>
                    <a:pt x="0" y="0"/>
                  </a:moveTo>
                  <a:lnTo>
                    <a:pt x="6566805" y="0"/>
                  </a:lnTo>
                  <a:lnTo>
                    <a:pt x="6566805" y="1420818"/>
                  </a:lnTo>
                  <a:lnTo>
                    <a:pt x="0" y="1420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614793" y="1374655"/>
              <a:ext cx="5187757" cy="1180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16"/>
                </a:lnSpc>
                <a:spcBef>
                  <a:spcPct val="0"/>
                </a:spcBef>
              </a:pPr>
              <a:r>
                <a:rPr lang="en-US" sz="4868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DIFFICULTY STATUS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11109" y="2841636"/>
              <a:ext cx="6566805" cy="1420818"/>
            </a:xfrm>
            <a:custGeom>
              <a:avLst/>
              <a:gdLst/>
              <a:ahLst/>
              <a:cxnLst/>
              <a:rect r="r" b="b" t="t" l="l"/>
              <a:pathLst>
                <a:path h="1420818" w="6566805">
                  <a:moveTo>
                    <a:pt x="0" y="0"/>
                  </a:moveTo>
                  <a:lnTo>
                    <a:pt x="6566805" y="0"/>
                  </a:lnTo>
                  <a:lnTo>
                    <a:pt x="6566805" y="1420817"/>
                  </a:lnTo>
                  <a:lnTo>
                    <a:pt x="0" y="142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691167" y="2836220"/>
              <a:ext cx="5184470" cy="1180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16"/>
                </a:lnSpc>
                <a:spcBef>
                  <a:spcPct val="0"/>
                </a:spcBef>
              </a:pPr>
              <a:r>
                <a:rPr lang="en-US" sz="4868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USERNAME DISPLAY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760992" y="3040770"/>
            <a:ext cx="5037088" cy="100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7"/>
              </a:lnSpc>
              <a:spcBef>
                <a:spcPct val="0"/>
              </a:spcBef>
            </a:pPr>
            <a:r>
              <a:rPr lang="en-US" sz="529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Game screen showing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057650" y="208876"/>
            <a:ext cx="3574768" cy="819824"/>
            <a:chOff x="0" y="0"/>
            <a:chExt cx="4766357" cy="10930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66357" cy="1093099"/>
            </a:xfrm>
            <a:custGeom>
              <a:avLst/>
              <a:gdLst/>
              <a:ahLst/>
              <a:cxnLst/>
              <a:rect r="r" b="b" t="t" l="l"/>
              <a:pathLst>
                <a:path h="1093099" w="4766357">
                  <a:moveTo>
                    <a:pt x="0" y="0"/>
                  </a:moveTo>
                  <a:lnTo>
                    <a:pt x="4766357" y="0"/>
                  </a:lnTo>
                  <a:lnTo>
                    <a:pt x="4766357" y="1093099"/>
                  </a:lnTo>
                  <a:lnTo>
                    <a:pt x="0" y="109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10252" r="0" b="-10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59862" y="-39556"/>
              <a:ext cx="3897240" cy="1010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USERNAME INPUT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394246" y="2059579"/>
            <a:ext cx="5050738" cy="5202008"/>
          </a:xfrm>
          <a:custGeom>
            <a:avLst/>
            <a:gdLst/>
            <a:ahLst/>
            <a:cxnLst/>
            <a:rect r="r" b="b" t="t" l="l"/>
            <a:pathLst>
              <a:path h="5202008" w="5050738">
                <a:moveTo>
                  <a:pt x="0" y="0"/>
                </a:moveTo>
                <a:lnTo>
                  <a:pt x="5050738" y="0"/>
                </a:lnTo>
                <a:lnTo>
                  <a:pt x="5050738" y="5202008"/>
                </a:lnTo>
                <a:lnTo>
                  <a:pt x="0" y="52020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682284" y="1190071"/>
            <a:ext cx="5050738" cy="5202008"/>
          </a:xfrm>
          <a:custGeom>
            <a:avLst/>
            <a:gdLst/>
            <a:ahLst/>
            <a:cxnLst/>
            <a:rect r="r" b="b" t="t" l="l"/>
            <a:pathLst>
              <a:path h="5202008" w="5050738">
                <a:moveTo>
                  <a:pt x="0" y="0"/>
                </a:moveTo>
                <a:lnTo>
                  <a:pt x="5050739" y="0"/>
                </a:lnTo>
                <a:lnTo>
                  <a:pt x="5050739" y="5202008"/>
                </a:lnTo>
                <a:lnTo>
                  <a:pt x="0" y="52020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326521" y="7959155"/>
            <a:ext cx="10936510" cy="587074"/>
          </a:xfrm>
          <a:custGeom>
            <a:avLst/>
            <a:gdLst/>
            <a:ahLst/>
            <a:cxnLst/>
            <a:rect r="r" b="b" t="t" l="l"/>
            <a:pathLst>
              <a:path h="587074" w="10936510">
                <a:moveTo>
                  <a:pt x="0" y="0"/>
                </a:moveTo>
                <a:lnTo>
                  <a:pt x="10936510" y="0"/>
                </a:lnTo>
                <a:lnTo>
                  <a:pt x="10936510" y="587073"/>
                </a:lnTo>
                <a:lnTo>
                  <a:pt x="0" y="587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818679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57680">
            <a:off x="10943696" y="3851956"/>
            <a:ext cx="858877" cy="1291544"/>
          </a:xfrm>
          <a:custGeom>
            <a:avLst/>
            <a:gdLst/>
            <a:ahLst/>
            <a:cxnLst/>
            <a:rect r="r" b="b" t="t" l="l"/>
            <a:pathLst>
              <a:path h="1291544" w="858877">
                <a:moveTo>
                  <a:pt x="0" y="0"/>
                </a:moveTo>
                <a:lnTo>
                  <a:pt x="858877" y="0"/>
                </a:lnTo>
                <a:lnTo>
                  <a:pt x="858877" y="1291544"/>
                </a:lnTo>
                <a:lnTo>
                  <a:pt x="0" y="12915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6003581">
            <a:off x="14497835" y="6569370"/>
            <a:ext cx="858877" cy="1291544"/>
          </a:xfrm>
          <a:custGeom>
            <a:avLst/>
            <a:gdLst/>
            <a:ahLst/>
            <a:cxnLst/>
            <a:rect r="r" b="b" t="t" l="l"/>
            <a:pathLst>
              <a:path h="1291544" w="858877">
                <a:moveTo>
                  <a:pt x="0" y="0"/>
                </a:moveTo>
                <a:lnTo>
                  <a:pt x="858877" y="0"/>
                </a:lnTo>
                <a:lnTo>
                  <a:pt x="858877" y="1291544"/>
                </a:lnTo>
                <a:lnTo>
                  <a:pt x="0" y="12915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984138" y="2193037"/>
            <a:ext cx="2629058" cy="4935091"/>
            <a:chOff x="0" y="0"/>
            <a:chExt cx="3505410" cy="6580122"/>
          </a:xfrm>
        </p:grpSpPr>
        <p:sp>
          <p:nvSpPr>
            <p:cNvPr name="Freeform 25" id="25"/>
            <p:cNvSpPr/>
            <p:nvPr/>
          </p:nvSpPr>
          <p:spPr>
            <a:xfrm flipH="false" flipV="false" rot="5400000">
              <a:off x="-1537356" y="1537356"/>
              <a:ext cx="6580122" cy="3505410"/>
            </a:xfrm>
            <a:custGeom>
              <a:avLst/>
              <a:gdLst/>
              <a:ahLst/>
              <a:cxnLst/>
              <a:rect r="r" b="b" t="t" l="l"/>
              <a:pathLst>
                <a:path h="3505410" w="6580122">
                  <a:moveTo>
                    <a:pt x="0" y="0"/>
                  </a:moveTo>
                  <a:lnTo>
                    <a:pt x="6580122" y="0"/>
                  </a:lnTo>
                  <a:lnTo>
                    <a:pt x="6580122" y="3505410"/>
                  </a:lnTo>
                  <a:lnTo>
                    <a:pt x="0" y="3505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63314" y="340924"/>
              <a:ext cx="2978782" cy="582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3"/>
                </a:lnSpc>
                <a:spcBef>
                  <a:spcPct val="0"/>
                </a:spcBef>
              </a:pPr>
              <a:r>
                <a:rPr lang="en-US" sz="3588">
                  <a:solidFill>
                    <a:srgbClr val="000000"/>
                  </a:solidFill>
                  <a:latin typeface="VT323"/>
                  <a:ea typeface="VT323"/>
                  <a:cs typeface="VT323"/>
                  <a:sym typeface="VT323"/>
                </a:rPr>
                <a:t>Dynamic game title with the entered username (e.g., </a:t>
              </a:r>
              <a:r>
                <a:rPr lang="en-US" sz="3588">
                  <a:solidFill>
                    <a:srgbClr val="000000"/>
                  </a:solidFill>
                  <a:latin typeface="VT323"/>
                  <a:ea typeface="VT323"/>
                  <a:cs typeface="VT323"/>
                  <a:sym typeface="VT323"/>
                </a:rPr>
                <a:t>"PANSY vs AI").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21642" y="7750778"/>
            <a:ext cx="5182159" cy="1003828"/>
            <a:chOff x="0" y="0"/>
            <a:chExt cx="6909546" cy="13384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09546" cy="1338437"/>
            </a:xfrm>
            <a:custGeom>
              <a:avLst/>
              <a:gdLst/>
              <a:ahLst/>
              <a:cxnLst/>
              <a:rect r="r" b="b" t="t" l="l"/>
              <a:pathLst>
                <a:path h="1338437" w="6909546">
                  <a:moveTo>
                    <a:pt x="0" y="0"/>
                  </a:moveTo>
                  <a:lnTo>
                    <a:pt x="6909546" y="0"/>
                  </a:lnTo>
                  <a:lnTo>
                    <a:pt x="6909546" y="1338437"/>
                  </a:lnTo>
                  <a:lnTo>
                    <a:pt x="0" y="133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-5847" r="0" b="-58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271922" y="283627"/>
              <a:ext cx="6365702" cy="656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0"/>
                </a:lnSpc>
                <a:spcBef>
                  <a:spcPct val="0"/>
                </a:spcBef>
              </a:pPr>
              <a:r>
                <a:rPr lang="en-US" sz="2728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Game screen username input display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571625" y="7750778"/>
            <a:ext cx="667880" cy="1003828"/>
          </a:xfrm>
          <a:custGeom>
            <a:avLst/>
            <a:gdLst/>
            <a:ahLst/>
            <a:cxnLst/>
            <a:rect r="r" b="b" t="t" l="l"/>
            <a:pathLst>
              <a:path h="1003828" w="667880">
                <a:moveTo>
                  <a:pt x="0" y="0"/>
                </a:moveTo>
                <a:lnTo>
                  <a:pt x="667880" y="0"/>
                </a:lnTo>
                <a:lnTo>
                  <a:pt x="667880" y="1003827"/>
                </a:lnTo>
                <a:lnTo>
                  <a:pt x="0" y="10038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981358" y="263752"/>
            <a:ext cx="4518628" cy="764948"/>
            <a:chOff x="0" y="0"/>
            <a:chExt cx="6024837" cy="10199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4837" cy="1019931"/>
            </a:xfrm>
            <a:custGeom>
              <a:avLst/>
              <a:gdLst/>
              <a:ahLst/>
              <a:cxnLst/>
              <a:rect r="r" b="b" t="t" l="l"/>
              <a:pathLst>
                <a:path h="1019931" w="6024837">
                  <a:moveTo>
                    <a:pt x="0" y="0"/>
                  </a:moveTo>
                  <a:lnTo>
                    <a:pt x="6024837" y="0"/>
                  </a:lnTo>
                  <a:lnTo>
                    <a:pt x="6024837" y="1019931"/>
                  </a:lnTo>
                  <a:lnTo>
                    <a:pt x="0" y="10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31625" r="0" b="-316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54878" y="-51864"/>
              <a:ext cx="4926244" cy="971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83"/>
                </a:lnSpc>
                <a:spcBef>
                  <a:spcPct val="0"/>
                </a:spcBef>
              </a:pPr>
              <a:r>
                <a:rPr lang="en-US" sz="4059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AI Difficulty Levels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85163" y="2123842"/>
            <a:ext cx="6337883" cy="6527703"/>
          </a:xfrm>
          <a:custGeom>
            <a:avLst/>
            <a:gdLst/>
            <a:ahLst/>
            <a:cxnLst/>
            <a:rect r="r" b="b" t="t" l="l"/>
            <a:pathLst>
              <a:path h="6527703" w="6337883">
                <a:moveTo>
                  <a:pt x="0" y="0"/>
                </a:moveTo>
                <a:lnTo>
                  <a:pt x="6337883" y="0"/>
                </a:lnTo>
                <a:lnTo>
                  <a:pt x="6337883" y="6527704"/>
                </a:lnTo>
                <a:lnTo>
                  <a:pt x="0" y="65277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882993" y="2063526"/>
            <a:ext cx="10055924" cy="1142079"/>
            <a:chOff x="0" y="0"/>
            <a:chExt cx="13407899" cy="15227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07899" cy="514168"/>
            </a:xfrm>
            <a:custGeom>
              <a:avLst/>
              <a:gdLst/>
              <a:ahLst/>
              <a:cxnLst/>
              <a:rect r="r" b="b" t="t" l="l"/>
              <a:pathLst>
                <a:path h="514168" w="13407899">
                  <a:moveTo>
                    <a:pt x="0" y="0"/>
                  </a:moveTo>
                  <a:lnTo>
                    <a:pt x="13407899" y="0"/>
                  </a:lnTo>
                  <a:lnTo>
                    <a:pt x="13407899" y="514168"/>
                  </a:lnTo>
                  <a:lnTo>
                    <a:pt x="0" y="514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897951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514168"/>
              <a:ext cx="13407899" cy="494437"/>
            </a:xfrm>
            <a:custGeom>
              <a:avLst/>
              <a:gdLst/>
              <a:ahLst/>
              <a:cxnLst/>
              <a:rect r="r" b="b" t="t" l="l"/>
              <a:pathLst>
                <a:path h="494437" w="13407899">
                  <a:moveTo>
                    <a:pt x="0" y="0"/>
                  </a:moveTo>
                  <a:lnTo>
                    <a:pt x="13407899" y="0"/>
                  </a:lnTo>
                  <a:lnTo>
                    <a:pt x="13407899" y="494437"/>
                  </a:lnTo>
                  <a:lnTo>
                    <a:pt x="0" y="494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937774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08605"/>
              <a:ext cx="13407899" cy="514168"/>
            </a:xfrm>
            <a:custGeom>
              <a:avLst/>
              <a:gdLst/>
              <a:ahLst/>
              <a:cxnLst/>
              <a:rect r="r" b="b" t="t" l="l"/>
              <a:pathLst>
                <a:path h="514168" w="13407899">
                  <a:moveTo>
                    <a:pt x="0" y="0"/>
                  </a:moveTo>
                  <a:lnTo>
                    <a:pt x="13407899" y="0"/>
                  </a:lnTo>
                  <a:lnTo>
                    <a:pt x="13407899" y="514167"/>
                  </a:lnTo>
                  <a:lnTo>
                    <a:pt x="0" y="514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89795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15765" y="1282496"/>
            <a:ext cx="2476679" cy="667583"/>
            <a:chOff x="0" y="0"/>
            <a:chExt cx="3302238" cy="8901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238" cy="890111"/>
            </a:xfrm>
            <a:custGeom>
              <a:avLst/>
              <a:gdLst/>
              <a:ahLst/>
              <a:cxnLst/>
              <a:rect r="r" b="b" t="t" l="l"/>
              <a:pathLst>
                <a:path h="890111" w="3302238">
                  <a:moveTo>
                    <a:pt x="0" y="0"/>
                  </a:moveTo>
                  <a:lnTo>
                    <a:pt x="3302238" y="0"/>
                  </a:lnTo>
                  <a:lnTo>
                    <a:pt x="3302238" y="890111"/>
                  </a:lnTo>
                  <a:lnTo>
                    <a:pt x="0" y="890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1264" r="0" b="-126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49320" y="-51431"/>
              <a:ext cx="2700095" cy="850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9"/>
                </a:lnSpc>
                <a:spcBef>
                  <a:spcPct val="0"/>
                </a:spcBef>
              </a:pPr>
              <a:r>
                <a:rPr lang="en-US" sz="3492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MENU SCREEN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882993" y="3377055"/>
            <a:ext cx="10055924" cy="5357065"/>
          </a:xfrm>
          <a:custGeom>
            <a:avLst/>
            <a:gdLst/>
            <a:ahLst/>
            <a:cxnLst/>
            <a:rect r="r" b="b" t="t" l="l"/>
            <a:pathLst>
              <a:path h="5357065" w="10055924">
                <a:moveTo>
                  <a:pt x="0" y="0"/>
                </a:moveTo>
                <a:lnTo>
                  <a:pt x="10055924" y="0"/>
                </a:lnTo>
                <a:lnTo>
                  <a:pt x="10055924" y="5357065"/>
                </a:lnTo>
                <a:lnTo>
                  <a:pt x="0" y="53570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317637" y="4124034"/>
            <a:ext cx="2654523" cy="574342"/>
          </a:xfrm>
          <a:custGeom>
            <a:avLst/>
            <a:gdLst/>
            <a:ahLst/>
            <a:cxnLst/>
            <a:rect r="r" b="b" t="t" l="l"/>
            <a:pathLst>
              <a:path h="574342" w="2654523">
                <a:moveTo>
                  <a:pt x="0" y="0"/>
                </a:moveTo>
                <a:lnTo>
                  <a:pt x="2654523" y="0"/>
                </a:lnTo>
                <a:lnTo>
                  <a:pt x="2654523" y="574343"/>
                </a:lnTo>
                <a:lnTo>
                  <a:pt x="0" y="5743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327570" y="1151884"/>
            <a:ext cx="3356223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DIFFICULTY STATUS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8317637" y="5633217"/>
            <a:ext cx="2654523" cy="574342"/>
          </a:xfrm>
          <a:custGeom>
            <a:avLst/>
            <a:gdLst/>
            <a:ahLst/>
            <a:cxnLst/>
            <a:rect r="r" b="b" t="t" l="l"/>
            <a:pathLst>
              <a:path h="574342" w="2654523">
                <a:moveTo>
                  <a:pt x="0" y="0"/>
                </a:moveTo>
                <a:lnTo>
                  <a:pt x="2654523" y="0"/>
                </a:lnTo>
                <a:lnTo>
                  <a:pt x="2654523" y="574343"/>
                </a:lnTo>
                <a:lnTo>
                  <a:pt x="0" y="5743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317637" y="7141010"/>
            <a:ext cx="2654523" cy="574342"/>
          </a:xfrm>
          <a:custGeom>
            <a:avLst/>
            <a:gdLst/>
            <a:ahLst/>
            <a:cxnLst/>
            <a:rect r="r" b="b" t="t" l="l"/>
            <a:pathLst>
              <a:path h="574342" w="2654523">
                <a:moveTo>
                  <a:pt x="0" y="0"/>
                </a:moveTo>
                <a:lnTo>
                  <a:pt x="2654523" y="0"/>
                </a:lnTo>
                <a:lnTo>
                  <a:pt x="2654523" y="574342"/>
                </a:lnTo>
                <a:lnTo>
                  <a:pt x="0" y="5743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8691666" y="3954675"/>
            <a:ext cx="1759446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Easy Mode: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54881" y="5450852"/>
            <a:ext cx="2233017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MEDIUM </a:t>
            </a:r>
            <a:r>
              <a:rPr lang="en-US" sz="36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Mode: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82588" y="6979085"/>
            <a:ext cx="1777603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HARD</a:t>
            </a:r>
            <a:r>
              <a:rPr lang="en-US" sz="36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 Mode: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27570" y="4075441"/>
            <a:ext cx="420632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Random moves by the AI.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10283" y="5517527"/>
            <a:ext cx="6212271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AI considers potential player-winning moves and blocks them.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27570" y="7064810"/>
            <a:ext cx="6212271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AI uses the Minimax algorithm to play optimally and is unbeatable.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4475845" y="2403417"/>
            <a:ext cx="10287000" cy="5480165"/>
          </a:xfrm>
          <a:custGeom>
            <a:avLst/>
            <a:gdLst/>
            <a:ahLst/>
            <a:cxnLst/>
            <a:rect r="r" b="b" t="t" l="l"/>
            <a:pathLst>
              <a:path h="5480165" w="10287000">
                <a:moveTo>
                  <a:pt x="0" y="0"/>
                </a:moveTo>
                <a:lnTo>
                  <a:pt x="10287000" y="0"/>
                </a:lnTo>
                <a:lnTo>
                  <a:pt x="10287000" y="5480166"/>
                </a:lnTo>
                <a:lnTo>
                  <a:pt x="0" y="5480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06275" y="194096"/>
            <a:ext cx="4426140" cy="9898807"/>
          </a:xfrm>
          <a:custGeom>
            <a:avLst/>
            <a:gdLst/>
            <a:ahLst/>
            <a:cxnLst/>
            <a:rect r="r" b="b" t="t" l="l"/>
            <a:pathLst>
              <a:path h="9898807" w="4426140">
                <a:moveTo>
                  <a:pt x="0" y="0"/>
                </a:moveTo>
                <a:lnTo>
                  <a:pt x="4426140" y="0"/>
                </a:lnTo>
                <a:lnTo>
                  <a:pt x="4426140" y="9898808"/>
                </a:lnTo>
                <a:lnTo>
                  <a:pt x="0" y="98988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10821" y="2985570"/>
            <a:ext cx="3904150" cy="2157930"/>
            <a:chOff x="0" y="0"/>
            <a:chExt cx="5205533" cy="2877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05533" cy="1438620"/>
            </a:xfrm>
            <a:custGeom>
              <a:avLst/>
              <a:gdLst/>
              <a:ahLst/>
              <a:cxnLst/>
              <a:rect r="r" b="b" t="t" l="l"/>
              <a:pathLst>
                <a:path h="1438620" w="5205533">
                  <a:moveTo>
                    <a:pt x="0" y="0"/>
                  </a:moveTo>
                  <a:lnTo>
                    <a:pt x="5205533" y="0"/>
                  </a:lnTo>
                  <a:lnTo>
                    <a:pt x="5205533" y="1438620"/>
                  </a:lnTo>
                  <a:lnTo>
                    <a:pt x="0" y="1438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438620"/>
              <a:ext cx="5205533" cy="1438620"/>
            </a:xfrm>
            <a:custGeom>
              <a:avLst/>
              <a:gdLst/>
              <a:ahLst/>
              <a:cxnLst/>
              <a:rect r="r" b="b" t="t" l="l"/>
              <a:pathLst>
                <a:path h="1438620" w="5205533">
                  <a:moveTo>
                    <a:pt x="0" y="0"/>
                  </a:moveTo>
                  <a:lnTo>
                    <a:pt x="5205533" y="0"/>
                  </a:lnTo>
                  <a:lnTo>
                    <a:pt x="5205533" y="1438620"/>
                  </a:lnTo>
                  <a:lnTo>
                    <a:pt x="0" y="1438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39645" y="165540"/>
              <a:ext cx="4926244" cy="9456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03"/>
                </a:lnSpc>
                <a:spcBef>
                  <a:spcPct val="0"/>
                </a:spcBef>
              </a:pPr>
              <a:r>
                <a:rPr lang="en-US" sz="3859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AI Difficulty Levels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9645" y="1604160"/>
              <a:ext cx="4926244" cy="9456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03"/>
                </a:lnSpc>
                <a:spcBef>
                  <a:spcPct val="0"/>
                </a:spcBef>
              </a:pPr>
              <a:r>
                <a:rPr lang="en-US" sz="3859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FLOWCHART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018687" y="3562621"/>
            <a:ext cx="667880" cy="1003828"/>
          </a:xfrm>
          <a:custGeom>
            <a:avLst/>
            <a:gdLst/>
            <a:ahLst/>
            <a:cxnLst/>
            <a:rect r="r" b="b" t="t" l="l"/>
            <a:pathLst>
              <a:path h="1003828" w="667880">
                <a:moveTo>
                  <a:pt x="0" y="0"/>
                </a:moveTo>
                <a:lnTo>
                  <a:pt x="667880" y="0"/>
                </a:lnTo>
                <a:lnTo>
                  <a:pt x="667880" y="1003828"/>
                </a:lnTo>
                <a:lnTo>
                  <a:pt x="0" y="10038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644928" y="184172"/>
            <a:ext cx="342900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Beginning of the flowchart.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70776" y="1235097"/>
            <a:ext cx="304800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Player makes their move.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12301" y="2286022"/>
            <a:ext cx="6065131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    Decision-making point where the selected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 difficulty is checked (Easy, Medium, or Hard).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729508" y="3562621"/>
            <a:ext cx="667880" cy="1003828"/>
          </a:xfrm>
          <a:custGeom>
            <a:avLst/>
            <a:gdLst/>
            <a:ahLst/>
            <a:cxnLst/>
            <a:rect r="r" b="b" t="t" l="l"/>
            <a:pathLst>
              <a:path h="1003828" w="667880">
                <a:moveTo>
                  <a:pt x="0" y="0"/>
                </a:moveTo>
                <a:lnTo>
                  <a:pt x="667880" y="0"/>
                </a:lnTo>
                <a:lnTo>
                  <a:pt x="667880" y="1003828"/>
                </a:lnTo>
                <a:lnTo>
                  <a:pt x="0" y="10038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264925" y="238218"/>
            <a:ext cx="2813809" cy="790482"/>
            <a:chOff x="0" y="0"/>
            <a:chExt cx="3751745" cy="10539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51745" cy="1053976"/>
            </a:xfrm>
            <a:custGeom>
              <a:avLst/>
              <a:gdLst/>
              <a:ahLst/>
              <a:cxnLst/>
              <a:rect r="r" b="b" t="t" l="l"/>
              <a:pathLst>
                <a:path h="1053976" w="3751745">
                  <a:moveTo>
                    <a:pt x="0" y="0"/>
                  </a:moveTo>
                  <a:lnTo>
                    <a:pt x="3751745" y="0"/>
                  </a:lnTo>
                  <a:lnTo>
                    <a:pt x="3751745" y="1053976"/>
                  </a:lnTo>
                  <a:lnTo>
                    <a:pt x="0" y="1053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26" t="0" r="-82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00358" y="3364"/>
              <a:ext cx="2835275" cy="871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Key Features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4471" y="1452064"/>
            <a:ext cx="5695509" cy="6927810"/>
            <a:chOff x="0" y="0"/>
            <a:chExt cx="7594012" cy="9237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643068"/>
              <a:ext cx="7594012" cy="7594012"/>
            </a:xfrm>
            <a:custGeom>
              <a:avLst/>
              <a:gdLst/>
              <a:ahLst/>
              <a:cxnLst/>
              <a:rect r="r" b="b" t="t" l="l"/>
              <a:pathLst>
                <a:path h="7594012" w="7594012">
                  <a:moveTo>
                    <a:pt x="0" y="0"/>
                  </a:moveTo>
                  <a:lnTo>
                    <a:pt x="7594012" y="0"/>
                  </a:lnTo>
                  <a:lnTo>
                    <a:pt x="7594012" y="7594012"/>
                  </a:lnTo>
                  <a:lnTo>
                    <a:pt x="0" y="7594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94012" cy="1643068"/>
            </a:xfrm>
            <a:custGeom>
              <a:avLst/>
              <a:gdLst/>
              <a:ahLst/>
              <a:cxnLst/>
              <a:rect r="r" b="b" t="t" l="l"/>
              <a:pathLst>
                <a:path h="1643068" w="7594012">
                  <a:moveTo>
                    <a:pt x="0" y="0"/>
                  </a:moveTo>
                  <a:lnTo>
                    <a:pt x="7594012" y="0"/>
                  </a:lnTo>
                  <a:lnTo>
                    <a:pt x="7594012" y="1643068"/>
                  </a:lnTo>
                  <a:lnTo>
                    <a:pt x="0" y="1643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6694" y="2390160"/>
              <a:ext cx="7075182" cy="2196088"/>
            </a:xfrm>
            <a:custGeom>
              <a:avLst/>
              <a:gdLst/>
              <a:ahLst/>
              <a:cxnLst/>
              <a:rect r="r" b="b" t="t" l="l"/>
              <a:pathLst>
                <a:path h="2196088" w="7075182">
                  <a:moveTo>
                    <a:pt x="0" y="0"/>
                  </a:moveTo>
                  <a:lnTo>
                    <a:pt x="7075182" y="0"/>
                  </a:lnTo>
                  <a:lnTo>
                    <a:pt x="7075182" y="2196088"/>
                  </a:lnTo>
                  <a:lnTo>
                    <a:pt x="0" y="2196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05473" r="0" b="-126347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6694" y="4785708"/>
              <a:ext cx="7075182" cy="1308733"/>
            </a:xfrm>
            <a:custGeom>
              <a:avLst/>
              <a:gdLst/>
              <a:ahLst/>
              <a:cxnLst/>
              <a:rect r="r" b="b" t="t" l="l"/>
              <a:pathLst>
                <a:path h="1308733" w="7075182">
                  <a:moveTo>
                    <a:pt x="0" y="0"/>
                  </a:moveTo>
                  <a:lnTo>
                    <a:pt x="7075182" y="0"/>
                  </a:lnTo>
                  <a:lnTo>
                    <a:pt x="7075182" y="1308732"/>
                  </a:lnTo>
                  <a:lnTo>
                    <a:pt x="0" y="1308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53706" b="-755846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42932" y="6328132"/>
              <a:ext cx="7008944" cy="2187093"/>
            </a:xfrm>
            <a:custGeom>
              <a:avLst/>
              <a:gdLst/>
              <a:ahLst/>
              <a:cxnLst/>
              <a:rect r="r" b="b" t="t" l="l"/>
              <a:pathLst>
                <a:path h="2187093" w="7008944">
                  <a:moveTo>
                    <a:pt x="0" y="0"/>
                  </a:moveTo>
                  <a:lnTo>
                    <a:pt x="7008944" y="0"/>
                  </a:lnTo>
                  <a:lnTo>
                    <a:pt x="7008944" y="2187094"/>
                  </a:lnTo>
                  <a:lnTo>
                    <a:pt x="0" y="2187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0868" t="-192193" r="-21676" b="-1783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905157" y="225755"/>
              <a:ext cx="3783698" cy="99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41"/>
                </a:lnSpc>
                <a:spcBef>
                  <a:spcPct val="0"/>
                </a:spcBef>
              </a:pPr>
              <a:r>
                <a:rPr lang="en-US" sz="4101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Username Input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97366" y="238218"/>
            <a:ext cx="4999395" cy="1081687"/>
            <a:chOff x="0" y="0"/>
            <a:chExt cx="6665860" cy="1442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65860" cy="1442250"/>
            </a:xfrm>
            <a:custGeom>
              <a:avLst/>
              <a:gdLst/>
              <a:ahLst/>
              <a:cxnLst/>
              <a:rect r="r" b="b" t="t" l="l"/>
              <a:pathLst>
                <a:path h="1442250" w="6665860">
                  <a:moveTo>
                    <a:pt x="0" y="0"/>
                  </a:moveTo>
                  <a:lnTo>
                    <a:pt x="6665860" y="0"/>
                  </a:lnTo>
                  <a:lnTo>
                    <a:pt x="6665860" y="1442250"/>
                  </a:lnTo>
                  <a:lnTo>
                    <a:pt x="0" y="144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733028" y="207902"/>
              <a:ext cx="3199805" cy="871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Visual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671830" y="1452064"/>
            <a:ext cx="5695509" cy="6927810"/>
            <a:chOff x="0" y="0"/>
            <a:chExt cx="7594012" cy="9237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1643068"/>
              <a:ext cx="7594012" cy="7594012"/>
            </a:xfrm>
            <a:custGeom>
              <a:avLst/>
              <a:gdLst/>
              <a:ahLst/>
              <a:cxnLst/>
              <a:rect r="r" b="b" t="t" l="l"/>
              <a:pathLst>
                <a:path h="7594012" w="7594012">
                  <a:moveTo>
                    <a:pt x="0" y="0"/>
                  </a:moveTo>
                  <a:lnTo>
                    <a:pt x="7594012" y="0"/>
                  </a:lnTo>
                  <a:lnTo>
                    <a:pt x="7594012" y="7594012"/>
                  </a:lnTo>
                  <a:lnTo>
                    <a:pt x="0" y="7594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94012" cy="1643068"/>
            </a:xfrm>
            <a:custGeom>
              <a:avLst/>
              <a:gdLst/>
              <a:ahLst/>
              <a:cxnLst/>
              <a:rect r="r" b="b" t="t" l="l"/>
              <a:pathLst>
                <a:path h="1643068" w="7594012">
                  <a:moveTo>
                    <a:pt x="0" y="0"/>
                  </a:moveTo>
                  <a:lnTo>
                    <a:pt x="7594012" y="0"/>
                  </a:lnTo>
                  <a:lnTo>
                    <a:pt x="7594012" y="1643068"/>
                  </a:lnTo>
                  <a:lnTo>
                    <a:pt x="0" y="1643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974334" y="244368"/>
              <a:ext cx="3645344" cy="992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41"/>
                </a:lnSpc>
                <a:spcBef>
                  <a:spcPct val="0"/>
                </a:spcBef>
              </a:pPr>
              <a:r>
                <a:rPr lang="en-US" sz="4101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Game Features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5611" y="2270926"/>
              <a:ext cx="7266910" cy="6262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22310" indent="-361155" lvl="1">
                <a:lnSpc>
                  <a:spcPts val="4683"/>
                </a:lnSpc>
                <a:buFont typeface="Arial"/>
                <a:buChar char="•"/>
              </a:pPr>
              <a:r>
                <a:rPr lang="en-US" sz="3345">
                  <a:solidFill>
                    <a:srgbClr val="000000"/>
                  </a:solidFill>
                  <a:latin typeface="VT323"/>
                  <a:ea typeface="VT323"/>
                  <a:cs typeface="VT323"/>
                  <a:sym typeface="VT323"/>
                </a:rPr>
                <a:t>Interactive Tic-Tac-Toe grid.</a:t>
              </a:r>
            </a:p>
            <a:p>
              <a:pPr algn="l" marL="722310" indent="-361155" lvl="1">
                <a:lnSpc>
                  <a:spcPts val="4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45">
                  <a:solidFill>
                    <a:srgbClr val="000000"/>
                  </a:solidFill>
                  <a:latin typeface="VT323"/>
                  <a:ea typeface="VT323"/>
                  <a:cs typeface="VT323"/>
                  <a:sym typeface="VT323"/>
                </a:rPr>
                <a:t>AI opponent with increasing difficulty levels.</a:t>
              </a:r>
            </a:p>
            <a:p>
              <a:pPr algn="l" marL="722310" indent="-361155" lvl="1">
                <a:lnSpc>
                  <a:spcPts val="4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45">
                  <a:solidFill>
                    <a:srgbClr val="000000"/>
                  </a:solidFill>
                  <a:latin typeface="VT323"/>
                  <a:ea typeface="VT323"/>
                  <a:cs typeface="VT323"/>
                  <a:sym typeface="VT323"/>
                </a:rPr>
                <a:t>Automatic board resetting after each round.</a:t>
              </a:r>
            </a:p>
            <a:p>
              <a:pPr algn="l" marL="722310" indent="-361155" lvl="1">
                <a:lnSpc>
                  <a:spcPts val="4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45">
                  <a:solidFill>
                    <a:srgbClr val="000000"/>
                  </a:solidFill>
                  <a:latin typeface="VT323"/>
                  <a:ea typeface="VT323"/>
                  <a:cs typeface="VT323"/>
                  <a:sym typeface="VT323"/>
                </a:rPr>
                <a:t>Back-to-menu button for replayability.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4924823" y="5019286"/>
            <a:ext cx="3363177" cy="3463905"/>
          </a:xfrm>
          <a:custGeom>
            <a:avLst/>
            <a:gdLst/>
            <a:ahLst/>
            <a:cxnLst/>
            <a:rect r="r" b="b" t="t" l="l"/>
            <a:pathLst>
              <a:path h="3463905" w="3363177">
                <a:moveTo>
                  <a:pt x="0" y="0"/>
                </a:moveTo>
                <a:lnTo>
                  <a:pt x="3363177" y="0"/>
                </a:lnTo>
                <a:lnTo>
                  <a:pt x="3363177" y="3463905"/>
                </a:lnTo>
                <a:lnTo>
                  <a:pt x="0" y="34639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924822" y="1451675"/>
            <a:ext cx="3334396" cy="3434261"/>
          </a:xfrm>
          <a:custGeom>
            <a:avLst/>
            <a:gdLst/>
            <a:ahLst/>
            <a:cxnLst/>
            <a:rect r="r" b="b" t="t" l="l"/>
            <a:pathLst>
              <a:path h="3434261" w="3334396">
                <a:moveTo>
                  <a:pt x="0" y="0"/>
                </a:moveTo>
                <a:lnTo>
                  <a:pt x="3334396" y="0"/>
                </a:lnTo>
                <a:lnTo>
                  <a:pt x="3334396" y="3434261"/>
                </a:lnTo>
                <a:lnTo>
                  <a:pt x="0" y="34342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478694" y="5019286"/>
            <a:ext cx="3363177" cy="3463905"/>
          </a:xfrm>
          <a:custGeom>
            <a:avLst/>
            <a:gdLst/>
            <a:ahLst/>
            <a:cxnLst/>
            <a:rect r="r" b="b" t="t" l="l"/>
            <a:pathLst>
              <a:path h="3463905" w="3363177">
                <a:moveTo>
                  <a:pt x="0" y="0"/>
                </a:moveTo>
                <a:lnTo>
                  <a:pt x="3363177" y="0"/>
                </a:lnTo>
                <a:lnTo>
                  <a:pt x="3363177" y="3463905"/>
                </a:lnTo>
                <a:lnTo>
                  <a:pt x="0" y="34639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479449" y="1452064"/>
            <a:ext cx="3334018" cy="3433872"/>
          </a:xfrm>
          <a:custGeom>
            <a:avLst/>
            <a:gdLst/>
            <a:ahLst/>
            <a:cxnLst/>
            <a:rect r="r" b="b" t="t" l="l"/>
            <a:pathLst>
              <a:path h="3433872" w="3334018">
                <a:moveTo>
                  <a:pt x="0" y="0"/>
                </a:moveTo>
                <a:lnTo>
                  <a:pt x="3334018" y="0"/>
                </a:lnTo>
                <a:lnTo>
                  <a:pt x="3334018" y="3433872"/>
                </a:lnTo>
                <a:lnTo>
                  <a:pt x="0" y="3433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737095" y="238218"/>
            <a:ext cx="2813809" cy="790482"/>
            <a:chOff x="0" y="0"/>
            <a:chExt cx="3751745" cy="10539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51745" cy="1053976"/>
            </a:xfrm>
            <a:custGeom>
              <a:avLst/>
              <a:gdLst/>
              <a:ahLst/>
              <a:cxnLst/>
              <a:rect r="r" b="b" t="t" l="l"/>
              <a:pathLst>
                <a:path h="1053976" w="3751745">
                  <a:moveTo>
                    <a:pt x="0" y="0"/>
                  </a:moveTo>
                  <a:lnTo>
                    <a:pt x="3751745" y="0"/>
                  </a:lnTo>
                  <a:lnTo>
                    <a:pt x="3751745" y="1053976"/>
                  </a:lnTo>
                  <a:lnTo>
                    <a:pt x="0" y="1053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826" t="0" r="-82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58235" y="-115844"/>
              <a:ext cx="2835275" cy="1104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  <a:r>
                <a:rPr lang="en-US" sz="4599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marks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2083" y="1791934"/>
            <a:ext cx="5703237" cy="3038270"/>
            <a:chOff x="0" y="0"/>
            <a:chExt cx="7604316" cy="40510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04316" cy="4051027"/>
            </a:xfrm>
            <a:custGeom>
              <a:avLst/>
              <a:gdLst/>
              <a:ahLst/>
              <a:cxnLst/>
              <a:rect r="r" b="b" t="t" l="l"/>
              <a:pathLst>
                <a:path h="4051027" w="7604316">
                  <a:moveTo>
                    <a:pt x="0" y="0"/>
                  </a:moveTo>
                  <a:lnTo>
                    <a:pt x="7604316" y="0"/>
                  </a:lnTo>
                  <a:lnTo>
                    <a:pt x="7604316" y="4051027"/>
                  </a:lnTo>
                  <a:lnTo>
                    <a:pt x="0" y="4051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62081" y="516805"/>
              <a:ext cx="1465828" cy="1465828"/>
            </a:xfrm>
            <a:custGeom>
              <a:avLst/>
              <a:gdLst/>
              <a:ahLst/>
              <a:cxnLst/>
              <a:rect r="r" b="b" t="t" l="l"/>
              <a:pathLst>
                <a:path h="1465828" w="1465828">
                  <a:moveTo>
                    <a:pt x="0" y="0"/>
                  </a:moveTo>
                  <a:lnTo>
                    <a:pt x="1465828" y="0"/>
                  </a:lnTo>
                  <a:lnTo>
                    <a:pt x="1465828" y="1465828"/>
                  </a:lnTo>
                  <a:lnTo>
                    <a:pt x="0" y="1465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868328" y="675980"/>
              <a:ext cx="1053335" cy="1147479"/>
            </a:xfrm>
            <a:custGeom>
              <a:avLst/>
              <a:gdLst/>
              <a:ahLst/>
              <a:cxnLst/>
              <a:rect r="r" b="b" t="t" l="l"/>
              <a:pathLst>
                <a:path h="1147479" w="1053335">
                  <a:moveTo>
                    <a:pt x="0" y="0"/>
                  </a:moveTo>
                  <a:lnTo>
                    <a:pt x="1053334" y="0"/>
                  </a:lnTo>
                  <a:lnTo>
                    <a:pt x="1053334" y="1147479"/>
                  </a:lnTo>
                  <a:lnTo>
                    <a:pt x="0" y="1147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2312" t="0" r="0" b="-10000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56225" y="2143392"/>
              <a:ext cx="1465828" cy="1465828"/>
            </a:xfrm>
            <a:custGeom>
              <a:avLst/>
              <a:gdLst/>
              <a:ahLst/>
              <a:cxnLst/>
              <a:rect r="r" b="b" t="t" l="l"/>
              <a:pathLst>
                <a:path h="1465828" w="1465828">
                  <a:moveTo>
                    <a:pt x="0" y="0"/>
                  </a:moveTo>
                  <a:lnTo>
                    <a:pt x="1465828" y="0"/>
                  </a:lnTo>
                  <a:lnTo>
                    <a:pt x="1465828" y="1465827"/>
                  </a:lnTo>
                  <a:lnTo>
                    <a:pt x="0" y="146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87623" y="2228519"/>
              <a:ext cx="1203031" cy="1295572"/>
            </a:xfrm>
            <a:custGeom>
              <a:avLst/>
              <a:gdLst/>
              <a:ahLst/>
              <a:cxnLst/>
              <a:rect r="r" b="b" t="t" l="l"/>
              <a:pathLst>
                <a:path h="1295572" w="1203031">
                  <a:moveTo>
                    <a:pt x="0" y="0"/>
                  </a:moveTo>
                  <a:lnTo>
                    <a:pt x="1203032" y="0"/>
                  </a:lnTo>
                  <a:lnTo>
                    <a:pt x="1203032" y="1295572"/>
                  </a:lnTo>
                  <a:lnTo>
                    <a:pt x="0" y="129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00000" b="-10000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578178" y="580501"/>
              <a:ext cx="890507" cy="1338437"/>
            </a:xfrm>
            <a:custGeom>
              <a:avLst/>
              <a:gdLst/>
              <a:ahLst/>
              <a:cxnLst/>
              <a:rect r="r" b="b" t="t" l="l"/>
              <a:pathLst>
                <a:path h="1338437" w="890507">
                  <a:moveTo>
                    <a:pt x="0" y="0"/>
                  </a:moveTo>
                  <a:lnTo>
                    <a:pt x="890507" y="0"/>
                  </a:lnTo>
                  <a:lnTo>
                    <a:pt x="890507" y="1338437"/>
                  </a:lnTo>
                  <a:lnTo>
                    <a:pt x="0" y="133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578178" y="2270782"/>
              <a:ext cx="890507" cy="1338437"/>
            </a:xfrm>
            <a:custGeom>
              <a:avLst/>
              <a:gdLst/>
              <a:ahLst/>
              <a:cxnLst/>
              <a:rect r="r" b="b" t="t" l="l"/>
              <a:pathLst>
                <a:path h="1338437" w="890507">
                  <a:moveTo>
                    <a:pt x="0" y="0"/>
                  </a:moveTo>
                  <a:lnTo>
                    <a:pt x="890507" y="0"/>
                  </a:lnTo>
                  <a:lnTo>
                    <a:pt x="890507" y="1338437"/>
                  </a:lnTo>
                  <a:lnTo>
                    <a:pt x="0" y="133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249670" y="423921"/>
              <a:ext cx="1636128" cy="1636128"/>
            </a:xfrm>
            <a:custGeom>
              <a:avLst/>
              <a:gdLst/>
              <a:ahLst/>
              <a:cxnLst/>
              <a:rect r="r" b="b" t="t" l="l"/>
              <a:pathLst>
                <a:path h="1636128" w="1636128">
                  <a:moveTo>
                    <a:pt x="0" y="0"/>
                  </a:moveTo>
                  <a:lnTo>
                    <a:pt x="1636128" y="0"/>
                  </a:lnTo>
                  <a:lnTo>
                    <a:pt x="1636128" y="1636128"/>
                  </a:lnTo>
                  <a:lnTo>
                    <a:pt x="0" y="163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317545" y="2060049"/>
              <a:ext cx="1549170" cy="1549170"/>
            </a:xfrm>
            <a:custGeom>
              <a:avLst/>
              <a:gdLst/>
              <a:ahLst/>
              <a:cxnLst/>
              <a:rect r="r" b="b" t="t" l="l"/>
              <a:pathLst>
                <a:path h="1549170" w="1549170">
                  <a:moveTo>
                    <a:pt x="0" y="0"/>
                  </a:moveTo>
                  <a:lnTo>
                    <a:pt x="1549170" y="0"/>
                  </a:lnTo>
                  <a:lnTo>
                    <a:pt x="1549170" y="1549170"/>
                  </a:lnTo>
                  <a:lnTo>
                    <a:pt x="0" y="15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1181493" y="1856009"/>
            <a:ext cx="6383787" cy="6574982"/>
          </a:xfrm>
          <a:custGeom>
            <a:avLst/>
            <a:gdLst/>
            <a:ahLst/>
            <a:cxnLst/>
            <a:rect r="r" b="b" t="t" l="l"/>
            <a:pathLst>
              <a:path h="6574982" w="6383787">
                <a:moveTo>
                  <a:pt x="0" y="0"/>
                </a:moveTo>
                <a:lnTo>
                  <a:pt x="6383787" y="0"/>
                </a:lnTo>
                <a:lnTo>
                  <a:pt x="6383787" y="6574982"/>
                </a:lnTo>
                <a:lnTo>
                  <a:pt x="0" y="65749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02083" y="5328646"/>
            <a:ext cx="5703237" cy="3038270"/>
          </a:xfrm>
          <a:custGeom>
            <a:avLst/>
            <a:gdLst/>
            <a:ahLst/>
            <a:cxnLst/>
            <a:rect r="r" b="b" t="t" l="l"/>
            <a:pathLst>
              <a:path h="3038270" w="5703237">
                <a:moveTo>
                  <a:pt x="0" y="0"/>
                </a:moveTo>
                <a:lnTo>
                  <a:pt x="5703237" y="0"/>
                </a:lnTo>
                <a:lnTo>
                  <a:pt x="5703237" y="3038270"/>
                </a:lnTo>
                <a:lnTo>
                  <a:pt x="0" y="30382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98644" y="5716250"/>
            <a:ext cx="1099371" cy="1099371"/>
          </a:xfrm>
          <a:custGeom>
            <a:avLst/>
            <a:gdLst/>
            <a:ahLst/>
            <a:cxnLst/>
            <a:rect r="r" b="b" t="t" l="l"/>
            <a:pathLst>
              <a:path h="1099371" w="1099371">
                <a:moveTo>
                  <a:pt x="0" y="0"/>
                </a:moveTo>
                <a:lnTo>
                  <a:pt x="1099370" y="0"/>
                </a:lnTo>
                <a:lnTo>
                  <a:pt x="1099370" y="1099371"/>
                </a:lnTo>
                <a:lnTo>
                  <a:pt x="0" y="10993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4252" y="6936190"/>
            <a:ext cx="1099371" cy="1099371"/>
          </a:xfrm>
          <a:custGeom>
            <a:avLst/>
            <a:gdLst/>
            <a:ahLst/>
            <a:cxnLst/>
            <a:rect r="r" b="b" t="t" l="l"/>
            <a:pathLst>
              <a:path h="1099371" w="1099371">
                <a:moveTo>
                  <a:pt x="0" y="0"/>
                </a:moveTo>
                <a:lnTo>
                  <a:pt x="1099370" y="0"/>
                </a:lnTo>
                <a:lnTo>
                  <a:pt x="1099370" y="1099371"/>
                </a:lnTo>
                <a:lnTo>
                  <a:pt x="0" y="10993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185716" y="5764022"/>
            <a:ext cx="667880" cy="1003828"/>
          </a:xfrm>
          <a:custGeom>
            <a:avLst/>
            <a:gdLst/>
            <a:ahLst/>
            <a:cxnLst/>
            <a:rect r="r" b="b" t="t" l="l"/>
            <a:pathLst>
              <a:path h="1003828" w="667880">
                <a:moveTo>
                  <a:pt x="0" y="0"/>
                </a:moveTo>
                <a:lnTo>
                  <a:pt x="667880" y="0"/>
                </a:lnTo>
                <a:lnTo>
                  <a:pt x="667880" y="1003828"/>
                </a:lnTo>
                <a:lnTo>
                  <a:pt x="0" y="10038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185716" y="7031733"/>
            <a:ext cx="667880" cy="1003828"/>
          </a:xfrm>
          <a:custGeom>
            <a:avLst/>
            <a:gdLst/>
            <a:ahLst/>
            <a:cxnLst/>
            <a:rect r="r" b="b" t="t" l="l"/>
            <a:pathLst>
              <a:path h="1003828" w="667880">
                <a:moveTo>
                  <a:pt x="0" y="0"/>
                </a:moveTo>
                <a:lnTo>
                  <a:pt x="667880" y="0"/>
                </a:lnTo>
                <a:lnTo>
                  <a:pt x="667880" y="1003828"/>
                </a:lnTo>
                <a:lnTo>
                  <a:pt x="0" y="10038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53409" y="5764022"/>
            <a:ext cx="989841" cy="989841"/>
          </a:xfrm>
          <a:custGeom>
            <a:avLst/>
            <a:gdLst/>
            <a:ahLst/>
            <a:cxnLst/>
            <a:rect r="r" b="b" t="t" l="l"/>
            <a:pathLst>
              <a:path h="989841" w="989841">
                <a:moveTo>
                  <a:pt x="0" y="0"/>
                </a:moveTo>
                <a:lnTo>
                  <a:pt x="989840" y="0"/>
                </a:lnTo>
                <a:lnTo>
                  <a:pt x="989840" y="989840"/>
                </a:lnTo>
                <a:lnTo>
                  <a:pt x="0" y="98984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28700" y="6944736"/>
            <a:ext cx="1064922" cy="1064922"/>
          </a:xfrm>
          <a:custGeom>
            <a:avLst/>
            <a:gdLst/>
            <a:ahLst/>
            <a:cxnLst/>
            <a:rect r="r" b="b" t="t" l="l"/>
            <a:pathLst>
              <a:path h="1064922" w="1064922">
                <a:moveTo>
                  <a:pt x="0" y="0"/>
                </a:moveTo>
                <a:lnTo>
                  <a:pt x="1064922" y="0"/>
                </a:lnTo>
                <a:lnTo>
                  <a:pt x="1064922" y="1064923"/>
                </a:lnTo>
                <a:lnTo>
                  <a:pt x="0" y="10649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4427091" y="5842700"/>
            <a:ext cx="109731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player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38527" y="7060955"/>
            <a:ext cx="274439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AI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5768" y="248957"/>
            <a:ext cx="3884393" cy="1091241"/>
          </a:xfrm>
          <a:custGeom>
            <a:avLst/>
            <a:gdLst/>
            <a:ahLst/>
            <a:cxnLst/>
            <a:rect r="r" b="b" t="t" l="l"/>
            <a:pathLst>
              <a:path h="1091241" w="3884393">
                <a:moveTo>
                  <a:pt x="0" y="0"/>
                </a:moveTo>
                <a:lnTo>
                  <a:pt x="3884393" y="0"/>
                </a:lnTo>
                <a:lnTo>
                  <a:pt x="3884393" y="1091241"/>
                </a:lnTo>
                <a:lnTo>
                  <a:pt x="0" y="1091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26" t="0" r="-82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60281" y="200341"/>
            <a:ext cx="2935520" cy="95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  <a:spcBef>
                <a:spcPct val="0"/>
              </a:spcBef>
            </a:pPr>
            <a:r>
              <a:rPr lang="en-US" sz="496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Challenges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5400000">
            <a:off x="-1373044" y="3059009"/>
            <a:ext cx="7356781" cy="3919158"/>
          </a:xfrm>
          <a:custGeom>
            <a:avLst/>
            <a:gdLst/>
            <a:ahLst/>
            <a:cxnLst/>
            <a:rect r="r" b="b" t="t" l="l"/>
            <a:pathLst>
              <a:path h="3919158" w="7356781">
                <a:moveTo>
                  <a:pt x="0" y="0"/>
                </a:moveTo>
                <a:lnTo>
                  <a:pt x="7356781" y="0"/>
                </a:lnTo>
                <a:lnTo>
                  <a:pt x="7356781" y="3919158"/>
                </a:lnTo>
                <a:lnTo>
                  <a:pt x="0" y="39191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9377" y="1540947"/>
            <a:ext cx="3950557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Clear AI Behavior Differentiation.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Ensuring the game remains engaging across all levels.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Balancing user experience with AI complexity.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797765" y="248957"/>
            <a:ext cx="3884393" cy="1091241"/>
          </a:xfrm>
          <a:custGeom>
            <a:avLst/>
            <a:gdLst/>
            <a:ahLst/>
            <a:cxnLst/>
            <a:rect r="r" b="b" t="t" l="l"/>
            <a:pathLst>
              <a:path h="1091241" w="3884393">
                <a:moveTo>
                  <a:pt x="0" y="0"/>
                </a:moveTo>
                <a:lnTo>
                  <a:pt x="3884393" y="0"/>
                </a:lnTo>
                <a:lnTo>
                  <a:pt x="3884393" y="1091241"/>
                </a:lnTo>
                <a:lnTo>
                  <a:pt x="0" y="1091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26" t="0" r="-826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12278" y="200341"/>
            <a:ext cx="2935520" cy="95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  <a:spcBef>
                <a:spcPct val="0"/>
              </a:spcBef>
            </a:pPr>
            <a:r>
              <a:rPr lang="en-US" sz="496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Solutions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5400000">
            <a:off x="3078954" y="3059009"/>
            <a:ext cx="7356781" cy="3919158"/>
          </a:xfrm>
          <a:custGeom>
            <a:avLst/>
            <a:gdLst/>
            <a:ahLst/>
            <a:cxnLst/>
            <a:rect r="r" b="b" t="t" l="l"/>
            <a:pathLst>
              <a:path h="3919158" w="7356781">
                <a:moveTo>
                  <a:pt x="0" y="0"/>
                </a:moveTo>
                <a:lnTo>
                  <a:pt x="7356780" y="0"/>
                </a:lnTo>
                <a:lnTo>
                  <a:pt x="7356780" y="3919158"/>
                </a:lnTo>
                <a:lnTo>
                  <a:pt x="0" y="39191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549825" y="1540947"/>
            <a:ext cx="3735442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Developed three distinct AI level Rules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Used visual enhancements for better player engagement.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859987" y="266182"/>
            <a:ext cx="3896841" cy="1094738"/>
          </a:xfrm>
          <a:custGeom>
            <a:avLst/>
            <a:gdLst/>
            <a:ahLst/>
            <a:cxnLst/>
            <a:rect r="r" b="b" t="t" l="l"/>
            <a:pathLst>
              <a:path h="1094738" w="3896841">
                <a:moveTo>
                  <a:pt x="0" y="0"/>
                </a:moveTo>
                <a:lnTo>
                  <a:pt x="3896842" y="0"/>
                </a:lnTo>
                <a:lnTo>
                  <a:pt x="3896842" y="1094738"/>
                </a:lnTo>
                <a:lnTo>
                  <a:pt x="0" y="1094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26" t="0" r="-826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275829" y="218051"/>
            <a:ext cx="2944927" cy="957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9"/>
              </a:lnSpc>
              <a:spcBef>
                <a:spcPct val="0"/>
              </a:spcBef>
            </a:pPr>
            <a:r>
              <a:rPr lang="en-US" sz="4985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Future Work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5400000">
            <a:off x="12146017" y="3074890"/>
            <a:ext cx="7336059" cy="3908118"/>
          </a:xfrm>
          <a:custGeom>
            <a:avLst/>
            <a:gdLst/>
            <a:ahLst/>
            <a:cxnLst/>
            <a:rect r="r" b="b" t="t" l="l"/>
            <a:pathLst>
              <a:path h="3908118" w="7336059">
                <a:moveTo>
                  <a:pt x="0" y="0"/>
                </a:moveTo>
                <a:lnTo>
                  <a:pt x="7336059" y="0"/>
                </a:lnTo>
                <a:lnTo>
                  <a:pt x="7336059" y="3908118"/>
                </a:lnTo>
                <a:lnTo>
                  <a:pt x="0" y="39081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592562" y="1540947"/>
            <a:ext cx="3666738" cy="381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591" indent="-388796" lvl="1">
              <a:lnSpc>
                <a:spcPts val="5042"/>
              </a:lnSpc>
              <a:buFont typeface="Arial"/>
              <a:buChar char="•"/>
            </a:pPr>
            <a:r>
              <a:rPr lang="en-US" sz="3601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Extend the game to include multiplayer support or more advanced AI strategies.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405037" y="248957"/>
            <a:ext cx="3884393" cy="1091241"/>
          </a:xfrm>
          <a:custGeom>
            <a:avLst/>
            <a:gdLst/>
            <a:ahLst/>
            <a:cxnLst/>
            <a:rect r="r" b="b" t="t" l="l"/>
            <a:pathLst>
              <a:path h="1091241" w="3884393">
                <a:moveTo>
                  <a:pt x="0" y="0"/>
                </a:moveTo>
                <a:lnTo>
                  <a:pt x="3884393" y="0"/>
                </a:lnTo>
                <a:lnTo>
                  <a:pt x="3884393" y="1091241"/>
                </a:lnTo>
                <a:lnTo>
                  <a:pt x="0" y="1091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26" t="0" r="-82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808141" y="217175"/>
            <a:ext cx="3078185" cy="95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  <a:spcBef>
                <a:spcPct val="0"/>
              </a:spcBef>
            </a:pPr>
            <a:r>
              <a:rPr lang="en-US" sz="496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AchievementS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5400000">
            <a:off x="7668843" y="3059009"/>
            <a:ext cx="7356781" cy="3919158"/>
          </a:xfrm>
          <a:custGeom>
            <a:avLst/>
            <a:gdLst/>
            <a:ahLst/>
            <a:cxnLst/>
            <a:rect r="r" b="b" t="t" l="l"/>
            <a:pathLst>
              <a:path h="3919158" w="7356781">
                <a:moveTo>
                  <a:pt x="0" y="0"/>
                </a:moveTo>
                <a:lnTo>
                  <a:pt x="7356781" y="0"/>
                </a:lnTo>
                <a:lnTo>
                  <a:pt x="7356781" y="3919158"/>
                </a:lnTo>
                <a:lnTo>
                  <a:pt x="0" y="39191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126618" y="1488507"/>
            <a:ext cx="4180194" cy="636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Successfully implemented a feature-rich AI-powered Tic-Tac-Toe game.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Explored contemporary AI techniques (Minimax,blocking strategies).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1" t="0" r="-10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642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328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492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6567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08209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985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49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3134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4776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14001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5643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2" y="0"/>
                </a:lnTo>
                <a:lnTo>
                  <a:pt x="1421642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57285" y="8865358"/>
            <a:ext cx="1421642" cy="1421642"/>
          </a:xfrm>
          <a:custGeom>
            <a:avLst/>
            <a:gdLst/>
            <a:ahLst/>
            <a:cxnLst/>
            <a:rect r="r" b="b" t="t" l="l"/>
            <a:pathLst>
              <a:path h="1421642" w="1421642">
                <a:moveTo>
                  <a:pt x="0" y="0"/>
                </a:moveTo>
                <a:lnTo>
                  <a:pt x="1421641" y="0"/>
                </a:lnTo>
                <a:lnTo>
                  <a:pt x="1421641" y="1421642"/>
                </a:lnTo>
                <a:lnTo>
                  <a:pt x="0" y="14216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844159" y="1303560"/>
            <a:ext cx="6263174" cy="1549330"/>
            <a:chOff x="0" y="0"/>
            <a:chExt cx="8350898" cy="20657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22591"/>
              <a:ext cx="1626884" cy="2043182"/>
            </a:xfrm>
            <a:custGeom>
              <a:avLst/>
              <a:gdLst/>
              <a:ahLst/>
              <a:cxnLst/>
              <a:rect r="r" b="b" t="t" l="l"/>
              <a:pathLst>
                <a:path h="2043182" w="1626884">
                  <a:moveTo>
                    <a:pt x="0" y="0"/>
                  </a:moveTo>
                  <a:lnTo>
                    <a:pt x="1626884" y="0"/>
                  </a:lnTo>
                  <a:lnTo>
                    <a:pt x="1626884" y="2043182"/>
                  </a:lnTo>
                  <a:lnTo>
                    <a:pt x="0" y="2043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079823" y="0"/>
              <a:ext cx="1728023" cy="1991957"/>
            </a:xfrm>
            <a:custGeom>
              <a:avLst/>
              <a:gdLst/>
              <a:ahLst/>
              <a:cxnLst/>
              <a:rect r="r" b="b" t="t" l="l"/>
              <a:pathLst>
                <a:path h="1991957" w="1728023">
                  <a:moveTo>
                    <a:pt x="0" y="0"/>
                  </a:moveTo>
                  <a:lnTo>
                    <a:pt x="1728022" y="0"/>
                  </a:lnTo>
                  <a:lnTo>
                    <a:pt x="1728022" y="1991957"/>
                  </a:lnTo>
                  <a:lnTo>
                    <a:pt x="0" y="1991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18216" y="22591"/>
              <a:ext cx="1709409" cy="1969366"/>
            </a:xfrm>
            <a:custGeom>
              <a:avLst/>
              <a:gdLst/>
              <a:ahLst/>
              <a:cxnLst/>
              <a:rect r="r" b="b" t="t" l="l"/>
              <a:pathLst>
                <a:path h="1969366" w="1709409">
                  <a:moveTo>
                    <a:pt x="0" y="0"/>
                  </a:moveTo>
                  <a:lnTo>
                    <a:pt x="1709409" y="0"/>
                  </a:lnTo>
                  <a:lnTo>
                    <a:pt x="1709409" y="1969366"/>
                  </a:lnTo>
                  <a:lnTo>
                    <a:pt x="0" y="1969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807845" y="22591"/>
              <a:ext cx="1704158" cy="1969366"/>
            </a:xfrm>
            <a:custGeom>
              <a:avLst/>
              <a:gdLst/>
              <a:ahLst/>
              <a:cxnLst/>
              <a:rect r="r" b="b" t="t" l="l"/>
              <a:pathLst>
                <a:path h="1969366" w="1704158">
                  <a:moveTo>
                    <a:pt x="0" y="0"/>
                  </a:moveTo>
                  <a:lnTo>
                    <a:pt x="1704158" y="0"/>
                  </a:lnTo>
                  <a:lnTo>
                    <a:pt x="1704158" y="1969366"/>
                  </a:lnTo>
                  <a:lnTo>
                    <a:pt x="0" y="1969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512003" y="0"/>
              <a:ext cx="1838895" cy="1969366"/>
            </a:xfrm>
            <a:custGeom>
              <a:avLst/>
              <a:gdLst/>
              <a:ahLst/>
              <a:cxnLst/>
              <a:rect r="r" b="b" t="t" l="l"/>
              <a:pathLst>
                <a:path h="1969366" w="1838895">
                  <a:moveTo>
                    <a:pt x="0" y="0"/>
                  </a:moveTo>
                  <a:lnTo>
                    <a:pt x="1838895" y="0"/>
                  </a:lnTo>
                  <a:lnTo>
                    <a:pt x="1838895" y="1969366"/>
                  </a:lnTo>
                  <a:lnTo>
                    <a:pt x="0" y="1969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11550" y="3087546"/>
            <a:ext cx="4050763" cy="1549330"/>
            <a:chOff x="0" y="0"/>
            <a:chExt cx="5401018" cy="20657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6662" cy="2065773"/>
            </a:xfrm>
            <a:custGeom>
              <a:avLst/>
              <a:gdLst/>
              <a:ahLst/>
              <a:cxnLst/>
              <a:rect r="r" b="b" t="t" l="l"/>
              <a:pathLst>
                <a:path h="2065773" w="1936662">
                  <a:moveTo>
                    <a:pt x="0" y="0"/>
                  </a:moveTo>
                  <a:lnTo>
                    <a:pt x="1936662" y="0"/>
                  </a:lnTo>
                  <a:lnTo>
                    <a:pt x="1936662" y="2065773"/>
                  </a:lnTo>
                  <a:lnTo>
                    <a:pt x="0" y="2065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936662" y="0"/>
              <a:ext cx="1802387" cy="2065773"/>
            </a:xfrm>
            <a:custGeom>
              <a:avLst/>
              <a:gdLst/>
              <a:ahLst/>
              <a:cxnLst/>
              <a:rect r="r" b="b" t="t" l="l"/>
              <a:pathLst>
                <a:path h="2065773" w="1802387">
                  <a:moveTo>
                    <a:pt x="0" y="0"/>
                  </a:moveTo>
                  <a:lnTo>
                    <a:pt x="1802388" y="0"/>
                  </a:lnTo>
                  <a:lnTo>
                    <a:pt x="1802388" y="2065773"/>
                  </a:lnTo>
                  <a:lnTo>
                    <a:pt x="0" y="2065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739050" y="74980"/>
              <a:ext cx="1661968" cy="1915814"/>
            </a:xfrm>
            <a:custGeom>
              <a:avLst/>
              <a:gdLst/>
              <a:ahLst/>
              <a:cxnLst/>
              <a:rect r="r" b="b" t="t" l="l"/>
              <a:pathLst>
                <a:path h="1915814" w="1661968">
                  <a:moveTo>
                    <a:pt x="0" y="0"/>
                  </a:moveTo>
                  <a:lnTo>
                    <a:pt x="1661968" y="0"/>
                  </a:lnTo>
                  <a:lnTo>
                    <a:pt x="1661968" y="1915813"/>
                  </a:lnTo>
                  <a:lnTo>
                    <a:pt x="0" y="19158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2517417" y="5389142"/>
            <a:ext cx="3398002" cy="3476216"/>
          </a:xfrm>
          <a:custGeom>
            <a:avLst/>
            <a:gdLst/>
            <a:ahLst/>
            <a:cxnLst/>
            <a:rect r="r" b="b" t="t" l="l"/>
            <a:pathLst>
              <a:path h="3476216" w="3398002">
                <a:moveTo>
                  <a:pt x="0" y="0"/>
                </a:moveTo>
                <a:lnTo>
                  <a:pt x="3398002" y="0"/>
                </a:lnTo>
                <a:lnTo>
                  <a:pt x="3398002" y="3476216"/>
                </a:lnTo>
                <a:lnTo>
                  <a:pt x="0" y="34762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-396767">
            <a:off x="12499037" y="2306878"/>
            <a:ext cx="4182459" cy="2989008"/>
            <a:chOff x="0" y="0"/>
            <a:chExt cx="5576612" cy="3985344"/>
          </a:xfrm>
        </p:grpSpPr>
        <p:sp>
          <p:nvSpPr>
            <p:cNvPr name="Freeform 28" id="28"/>
            <p:cNvSpPr/>
            <p:nvPr/>
          </p:nvSpPr>
          <p:spPr>
            <a:xfrm flipH="true" flipV="false" rot="10445641">
              <a:off x="164274" y="260811"/>
              <a:ext cx="5248064" cy="3463722"/>
            </a:xfrm>
            <a:custGeom>
              <a:avLst/>
              <a:gdLst/>
              <a:ahLst/>
              <a:cxnLst/>
              <a:rect r="r" b="b" t="t" l="l"/>
              <a:pathLst>
                <a:path h="3463722" w="5248064">
                  <a:moveTo>
                    <a:pt x="5248064" y="0"/>
                  </a:moveTo>
                  <a:lnTo>
                    <a:pt x="0" y="0"/>
                  </a:lnTo>
                  <a:lnTo>
                    <a:pt x="0" y="3463722"/>
                  </a:lnTo>
                  <a:lnTo>
                    <a:pt x="5248064" y="3463722"/>
                  </a:lnTo>
                  <a:lnTo>
                    <a:pt x="5248064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-363065">
              <a:off x="474289" y="147851"/>
              <a:ext cx="4604941" cy="2671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5600">
                  <a:solidFill>
                    <a:srgbClr val="000000"/>
                  </a:solidFill>
                  <a:latin typeface="SuperDario"/>
                  <a:ea typeface="SuperDario"/>
                  <a:cs typeface="SuperDario"/>
                  <a:sym typeface="SuperDario"/>
                </a:rPr>
                <a:t>ANY QUESTIONS?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326366">
            <a:off x="14985745" y="4841492"/>
            <a:ext cx="1793022" cy="1370551"/>
            <a:chOff x="0" y="0"/>
            <a:chExt cx="2390695" cy="1827401"/>
          </a:xfrm>
        </p:grpSpPr>
        <p:sp>
          <p:nvSpPr>
            <p:cNvPr name="Freeform 31" id="31"/>
            <p:cNvSpPr/>
            <p:nvPr/>
          </p:nvSpPr>
          <p:spPr>
            <a:xfrm flipH="false" flipV="false" rot="857904">
              <a:off x="137174" y="466706"/>
              <a:ext cx="1081316" cy="1246474"/>
            </a:xfrm>
            <a:custGeom>
              <a:avLst/>
              <a:gdLst/>
              <a:ahLst/>
              <a:cxnLst/>
              <a:rect r="r" b="b" t="t" l="l"/>
              <a:pathLst>
                <a:path h="1246474" w="1081316">
                  <a:moveTo>
                    <a:pt x="0" y="0"/>
                  </a:moveTo>
                  <a:lnTo>
                    <a:pt x="1081316" y="0"/>
                  </a:lnTo>
                  <a:lnTo>
                    <a:pt x="1081316" y="1246474"/>
                  </a:lnTo>
                  <a:lnTo>
                    <a:pt x="0" y="1246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1783877">
              <a:off x="1071467" y="186088"/>
              <a:ext cx="1081316" cy="1246474"/>
            </a:xfrm>
            <a:custGeom>
              <a:avLst/>
              <a:gdLst/>
              <a:ahLst/>
              <a:cxnLst/>
              <a:rect r="r" b="b" t="t" l="l"/>
              <a:pathLst>
                <a:path h="1246474" w="1081316">
                  <a:moveTo>
                    <a:pt x="0" y="0"/>
                  </a:moveTo>
                  <a:lnTo>
                    <a:pt x="1081316" y="0"/>
                  </a:lnTo>
                  <a:lnTo>
                    <a:pt x="1081316" y="1246474"/>
                  </a:lnTo>
                  <a:lnTo>
                    <a:pt x="0" y="1246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015266" y="667270"/>
            <a:ext cx="965633" cy="722861"/>
          </a:xfrm>
          <a:custGeom>
            <a:avLst/>
            <a:gdLst/>
            <a:ahLst/>
            <a:cxnLst/>
            <a:rect r="r" b="b" t="t" l="l"/>
            <a:pathLst>
              <a:path h="722861" w="965633">
                <a:moveTo>
                  <a:pt x="0" y="0"/>
                </a:moveTo>
                <a:lnTo>
                  <a:pt x="965633" y="0"/>
                </a:lnTo>
                <a:lnTo>
                  <a:pt x="965633" y="722860"/>
                </a:lnTo>
                <a:lnTo>
                  <a:pt x="0" y="72286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434251" y="1482652"/>
            <a:ext cx="712250" cy="714035"/>
          </a:xfrm>
          <a:custGeom>
            <a:avLst/>
            <a:gdLst/>
            <a:ahLst/>
            <a:cxnLst/>
            <a:rect r="r" b="b" t="t" l="l"/>
            <a:pathLst>
              <a:path h="714035" w="712250">
                <a:moveTo>
                  <a:pt x="0" y="0"/>
                </a:moveTo>
                <a:lnTo>
                  <a:pt x="712250" y="0"/>
                </a:lnTo>
                <a:lnTo>
                  <a:pt x="712250" y="714036"/>
                </a:lnTo>
                <a:lnTo>
                  <a:pt x="0" y="7140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36039" y="6510787"/>
            <a:ext cx="2216240" cy="2354571"/>
          </a:xfrm>
          <a:custGeom>
            <a:avLst/>
            <a:gdLst/>
            <a:ahLst/>
            <a:cxnLst/>
            <a:rect r="r" b="b" t="t" l="l"/>
            <a:pathLst>
              <a:path h="2354571" w="2216240">
                <a:moveTo>
                  <a:pt x="0" y="0"/>
                </a:moveTo>
                <a:lnTo>
                  <a:pt x="2216241" y="0"/>
                </a:lnTo>
                <a:lnTo>
                  <a:pt x="2216241" y="2354571"/>
                </a:lnTo>
                <a:lnTo>
                  <a:pt x="0" y="235457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43261" y="6417298"/>
            <a:ext cx="3001796" cy="93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4"/>
              </a:lnSpc>
              <a:spcBef>
                <a:spcPct val="0"/>
              </a:spcBef>
            </a:pPr>
            <a:r>
              <a:rPr lang="en-US" sz="486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THE END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0921073" y="3087546"/>
            <a:ext cx="571069" cy="1427672"/>
          </a:xfrm>
          <a:custGeom>
            <a:avLst/>
            <a:gdLst/>
            <a:ahLst/>
            <a:cxnLst/>
            <a:rect r="r" b="b" t="t" l="l"/>
            <a:pathLst>
              <a:path h="1427672" w="571069">
                <a:moveTo>
                  <a:pt x="0" y="0"/>
                </a:moveTo>
                <a:lnTo>
                  <a:pt x="571069" y="0"/>
                </a:lnTo>
                <a:lnTo>
                  <a:pt x="571069" y="1427672"/>
                </a:lnTo>
                <a:lnTo>
                  <a:pt x="0" y="14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DAGW6CB_Hco</dc:identifier>
  <dcterms:modified xsi:type="dcterms:W3CDTF">2011-08-01T06:04:30Z</dcterms:modified>
  <cp:revision>1</cp:revision>
  <dc:title>Tic-Tac-Toe(Mini-Project) presentation</dc:title>
</cp:coreProperties>
</file>